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6" r:id="rId2"/>
    <p:sldMasterId id="2147483663" r:id="rId3"/>
  </p:sldMasterIdLst>
  <p:notesMasterIdLst>
    <p:notesMasterId r:id="rId21"/>
  </p:notesMasterIdLst>
  <p:handoutMasterIdLst>
    <p:handoutMasterId r:id="rId22"/>
  </p:handoutMasterIdLst>
  <p:sldIdLst>
    <p:sldId id="256" r:id="rId4"/>
    <p:sldId id="10678" r:id="rId5"/>
    <p:sldId id="264" r:id="rId6"/>
    <p:sldId id="272" r:id="rId7"/>
    <p:sldId id="325" r:id="rId8"/>
    <p:sldId id="314" r:id="rId9"/>
    <p:sldId id="318" r:id="rId10"/>
    <p:sldId id="316" r:id="rId11"/>
    <p:sldId id="312" r:id="rId12"/>
    <p:sldId id="319" r:id="rId13"/>
    <p:sldId id="322" r:id="rId14"/>
    <p:sldId id="326" r:id="rId15"/>
    <p:sldId id="321" r:id="rId16"/>
    <p:sldId id="323" r:id="rId17"/>
    <p:sldId id="324" r:id="rId18"/>
    <p:sldId id="320" r:id="rId19"/>
    <p:sldId id="313" r:id="rId20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C41"/>
    <a:srgbClr val="FEFEFE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3D73B0-41D4-4A5A-A17A-A99637C5820D}" v="32" dt="2022-02-16T18:15:20.3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2" autoAdjust="0"/>
    <p:restoredTop sz="74591" autoAdjust="0"/>
  </p:normalViewPr>
  <p:slideViewPr>
    <p:cSldViewPr snapToGrid="0">
      <p:cViewPr varScale="1">
        <p:scale>
          <a:sx n="163" d="100"/>
          <a:sy n="163" d="100"/>
        </p:scale>
        <p:origin x="150" y="2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2964" y="66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saba Lamfalusi" userId="cbc279de-7f57-4534-a6c5-8d01537d4a9e" providerId="ADAL" clId="{D5D3DA39-E66D-4396-A426-09DD33D14A7D}"/>
    <pc:docChg chg="custSel delSld modSld">
      <pc:chgData name="Csaba Lamfalusi" userId="cbc279de-7f57-4534-a6c5-8d01537d4a9e" providerId="ADAL" clId="{D5D3DA39-E66D-4396-A426-09DD33D14A7D}" dt="2021-02-17T13:04:05.066" v="63" actId="47"/>
      <pc:docMkLst>
        <pc:docMk/>
      </pc:docMkLst>
      <pc:sldChg chg="modSp mod">
        <pc:chgData name="Csaba Lamfalusi" userId="cbc279de-7f57-4534-a6c5-8d01537d4a9e" providerId="ADAL" clId="{D5D3DA39-E66D-4396-A426-09DD33D14A7D}" dt="2021-02-17T13:00:53.950" v="38" actId="6549"/>
        <pc:sldMkLst>
          <pc:docMk/>
          <pc:sldMk cId="1733196742" sldId="256"/>
        </pc:sldMkLst>
        <pc:spChg chg="mod">
          <ac:chgData name="Csaba Lamfalusi" userId="cbc279de-7f57-4534-a6c5-8d01537d4a9e" providerId="ADAL" clId="{D5D3DA39-E66D-4396-A426-09DD33D14A7D}" dt="2021-02-17T13:00:53.950" v="38" actId="6549"/>
          <ac:spMkLst>
            <pc:docMk/>
            <pc:sldMk cId="1733196742" sldId="256"/>
            <ac:spMk id="4" creationId="{00000000-0000-0000-0000-000000000000}"/>
          </ac:spMkLst>
        </pc:spChg>
      </pc:sldChg>
      <pc:sldChg chg="del">
        <pc:chgData name="Csaba Lamfalusi" userId="cbc279de-7f57-4534-a6c5-8d01537d4a9e" providerId="ADAL" clId="{D5D3DA39-E66D-4396-A426-09DD33D14A7D}" dt="2021-02-17T13:03:16.702" v="56" actId="47"/>
        <pc:sldMkLst>
          <pc:docMk/>
          <pc:sldMk cId="45426372" sldId="261"/>
        </pc:sldMkLst>
      </pc:sldChg>
      <pc:sldChg chg="addSp delSp modSp mod">
        <pc:chgData name="Csaba Lamfalusi" userId="cbc279de-7f57-4534-a6c5-8d01537d4a9e" providerId="ADAL" clId="{D5D3DA39-E66D-4396-A426-09DD33D14A7D}" dt="2021-02-17T13:03:36.065" v="62" actId="478"/>
        <pc:sldMkLst>
          <pc:docMk/>
          <pc:sldMk cId="3568211985" sldId="264"/>
        </pc:sldMkLst>
        <pc:spChg chg="add del mod">
          <ac:chgData name="Csaba Lamfalusi" userId="cbc279de-7f57-4534-a6c5-8d01537d4a9e" providerId="ADAL" clId="{D5D3DA39-E66D-4396-A426-09DD33D14A7D}" dt="2021-02-17T13:03:36.065" v="62" actId="478"/>
          <ac:spMkLst>
            <pc:docMk/>
            <pc:sldMk cId="3568211985" sldId="264"/>
            <ac:spMk id="4" creationId="{EDB8D7B0-05D3-4BFE-B6E2-6BA807A936B9}"/>
          </ac:spMkLst>
        </pc:spChg>
        <pc:spChg chg="add del mod">
          <ac:chgData name="Csaba Lamfalusi" userId="cbc279de-7f57-4534-a6c5-8d01537d4a9e" providerId="ADAL" clId="{D5D3DA39-E66D-4396-A426-09DD33D14A7D}" dt="2021-02-17T13:03:36.065" v="62" actId="478"/>
          <ac:spMkLst>
            <pc:docMk/>
            <pc:sldMk cId="3568211985" sldId="264"/>
            <ac:spMk id="9" creationId="{5F65E29C-BDE3-4901-A65E-591009B58454}"/>
          </ac:spMkLst>
        </pc:spChg>
        <pc:spChg chg="del">
          <ac:chgData name="Csaba Lamfalusi" userId="cbc279de-7f57-4534-a6c5-8d01537d4a9e" providerId="ADAL" clId="{D5D3DA39-E66D-4396-A426-09DD33D14A7D}" dt="2021-02-17T13:03:32.877" v="61" actId="478"/>
          <ac:spMkLst>
            <pc:docMk/>
            <pc:sldMk cId="3568211985" sldId="264"/>
            <ac:spMk id="25" creationId="{00000000-0000-0000-0000-000000000000}"/>
          </ac:spMkLst>
        </pc:spChg>
        <pc:spChg chg="del">
          <ac:chgData name="Csaba Lamfalusi" userId="cbc279de-7f57-4534-a6c5-8d01537d4a9e" providerId="ADAL" clId="{D5D3DA39-E66D-4396-A426-09DD33D14A7D}" dt="2021-02-17T13:03:32.877" v="61" actId="478"/>
          <ac:spMkLst>
            <pc:docMk/>
            <pc:sldMk cId="3568211985" sldId="264"/>
            <ac:spMk id="29" creationId="{00000000-0000-0000-0000-000000000000}"/>
          </ac:spMkLst>
        </pc:spChg>
      </pc:sldChg>
      <pc:sldChg chg="del">
        <pc:chgData name="Csaba Lamfalusi" userId="cbc279de-7f57-4534-a6c5-8d01537d4a9e" providerId="ADAL" clId="{D5D3DA39-E66D-4396-A426-09DD33D14A7D}" dt="2021-02-17T13:03:15.725" v="55" actId="47"/>
        <pc:sldMkLst>
          <pc:docMk/>
          <pc:sldMk cId="1087199906" sldId="275"/>
        </pc:sldMkLst>
      </pc:sldChg>
      <pc:sldChg chg="del">
        <pc:chgData name="Csaba Lamfalusi" userId="cbc279de-7f57-4534-a6c5-8d01537d4a9e" providerId="ADAL" clId="{D5D3DA39-E66D-4396-A426-09DD33D14A7D}" dt="2021-02-17T13:00:57.659" v="39" actId="47"/>
        <pc:sldMkLst>
          <pc:docMk/>
          <pc:sldMk cId="625918773" sldId="278"/>
        </pc:sldMkLst>
      </pc:sldChg>
      <pc:sldChg chg="del">
        <pc:chgData name="Csaba Lamfalusi" userId="cbc279de-7f57-4534-a6c5-8d01537d4a9e" providerId="ADAL" clId="{D5D3DA39-E66D-4396-A426-09DD33D14A7D}" dt="2021-02-17T13:04:05.066" v="63" actId="47"/>
        <pc:sldMkLst>
          <pc:docMk/>
          <pc:sldMk cId="636922217" sldId="282"/>
        </pc:sldMkLst>
      </pc:sldChg>
      <pc:sldChg chg="del">
        <pc:chgData name="Csaba Lamfalusi" userId="cbc279de-7f57-4534-a6c5-8d01537d4a9e" providerId="ADAL" clId="{D5D3DA39-E66D-4396-A426-09DD33D14A7D}" dt="2021-02-17T13:03:17.486" v="57" actId="47"/>
        <pc:sldMkLst>
          <pc:docMk/>
          <pc:sldMk cId="435996340" sldId="283"/>
        </pc:sldMkLst>
      </pc:sldChg>
      <pc:sldChg chg="del">
        <pc:chgData name="Csaba Lamfalusi" userId="cbc279de-7f57-4534-a6c5-8d01537d4a9e" providerId="ADAL" clId="{D5D3DA39-E66D-4396-A426-09DD33D14A7D}" dt="2021-02-17T13:03:18.385" v="58" actId="47"/>
        <pc:sldMkLst>
          <pc:docMk/>
          <pc:sldMk cId="1792390090" sldId="284"/>
        </pc:sldMkLst>
      </pc:sldChg>
      <pc:sldChg chg="del">
        <pc:chgData name="Csaba Lamfalusi" userId="cbc279de-7f57-4534-a6c5-8d01537d4a9e" providerId="ADAL" clId="{D5D3DA39-E66D-4396-A426-09DD33D14A7D}" dt="2021-02-17T13:03:20.049" v="59" actId="47"/>
        <pc:sldMkLst>
          <pc:docMk/>
          <pc:sldMk cId="1587202867" sldId="285"/>
        </pc:sldMkLst>
      </pc:sldChg>
      <pc:sldChg chg="delSp modSp mod delAnim">
        <pc:chgData name="Csaba Lamfalusi" userId="cbc279de-7f57-4534-a6c5-8d01537d4a9e" providerId="ADAL" clId="{D5D3DA39-E66D-4396-A426-09DD33D14A7D}" dt="2021-02-17T13:02:07.823" v="50" actId="478"/>
        <pc:sldMkLst>
          <pc:docMk/>
          <pc:sldMk cId="4012507085" sldId="288"/>
        </pc:sldMkLst>
        <pc:spChg chg="mod">
          <ac:chgData name="Csaba Lamfalusi" userId="cbc279de-7f57-4534-a6c5-8d01537d4a9e" providerId="ADAL" clId="{D5D3DA39-E66D-4396-A426-09DD33D14A7D}" dt="2021-02-17T13:02:05.456" v="48" actId="6549"/>
          <ac:spMkLst>
            <pc:docMk/>
            <pc:sldMk cId="4012507085" sldId="288"/>
            <ac:spMk id="22" creationId="{A32828F7-03A6-4811-A508-34C5DAB75C41}"/>
          </ac:spMkLst>
        </pc:spChg>
        <pc:picChg chg="del">
          <ac:chgData name="Csaba Lamfalusi" userId="cbc279de-7f57-4534-a6c5-8d01537d4a9e" providerId="ADAL" clId="{D5D3DA39-E66D-4396-A426-09DD33D14A7D}" dt="2021-02-17T13:02:06.986" v="49" actId="478"/>
          <ac:picMkLst>
            <pc:docMk/>
            <pc:sldMk cId="4012507085" sldId="288"/>
            <ac:picMk id="4" creationId="{1392F9B5-04BF-4EEE-AD4B-A78815D7B2FA}"/>
          </ac:picMkLst>
        </pc:picChg>
        <pc:picChg chg="del">
          <ac:chgData name="Csaba Lamfalusi" userId="cbc279de-7f57-4534-a6c5-8d01537d4a9e" providerId="ADAL" clId="{D5D3DA39-E66D-4396-A426-09DD33D14A7D}" dt="2021-02-17T13:02:07.823" v="50" actId="478"/>
          <ac:picMkLst>
            <pc:docMk/>
            <pc:sldMk cId="4012507085" sldId="288"/>
            <ac:picMk id="6" creationId="{6E1B767A-9E30-4BD9-A6EE-3838FD359DE5}"/>
          </ac:picMkLst>
        </pc:picChg>
      </pc:sldChg>
      <pc:sldChg chg="del">
        <pc:chgData name="Csaba Lamfalusi" userId="cbc279de-7f57-4534-a6c5-8d01537d4a9e" providerId="ADAL" clId="{D5D3DA39-E66D-4396-A426-09DD33D14A7D}" dt="2021-02-17T13:02:34.505" v="53" actId="47"/>
        <pc:sldMkLst>
          <pc:docMk/>
          <pc:sldMk cId="2000900404" sldId="299"/>
        </pc:sldMkLst>
      </pc:sldChg>
      <pc:sldChg chg="del">
        <pc:chgData name="Csaba Lamfalusi" userId="cbc279de-7f57-4534-a6c5-8d01537d4a9e" providerId="ADAL" clId="{D5D3DA39-E66D-4396-A426-09DD33D14A7D}" dt="2021-02-17T13:02:13.459" v="51" actId="47"/>
        <pc:sldMkLst>
          <pc:docMk/>
          <pc:sldMk cId="3639043163" sldId="300"/>
        </pc:sldMkLst>
      </pc:sldChg>
      <pc:sldChg chg="del">
        <pc:chgData name="Csaba Lamfalusi" userId="cbc279de-7f57-4534-a6c5-8d01537d4a9e" providerId="ADAL" clId="{D5D3DA39-E66D-4396-A426-09DD33D14A7D}" dt="2021-02-17T13:02:30.312" v="52" actId="47"/>
        <pc:sldMkLst>
          <pc:docMk/>
          <pc:sldMk cId="1265248747" sldId="301"/>
        </pc:sldMkLst>
      </pc:sldChg>
      <pc:sldChg chg="del">
        <pc:chgData name="Csaba Lamfalusi" userId="cbc279de-7f57-4534-a6c5-8d01537d4a9e" providerId="ADAL" clId="{D5D3DA39-E66D-4396-A426-09DD33D14A7D}" dt="2021-02-17T13:03:21.175" v="60" actId="47"/>
        <pc:sldMkLst>
          <pc:docMk/>
          <pc:sldMk cId="357758003" sldId="305"/>
        </pc:sldMkLst>
      </pc:sldChg>
      <pc:sldChg chg="del">
        <pc:chgData name="Csaba Lamfalusi" userId="cbc279de-7f57-4534-a6c5-8d01537d4a9e" providerId="ADAL" clId="{D5D3DA39-E66D-4396-A426-09DD33D14A7D}" dt="2021-02-17T13:02:41.243" v="54" actId="47"/>
        <pc:sldMkLst>
          <pc:docMk/>
          <pc:sldMk cId="229357261" sldId="306"/>
        </pc:sldMkLst>
      </pc:sldChg>
    </pc:docChg>
  </pc:docChgLst>
  <pc:docChgLst>
    <pc:chgData name="Csaba Lamfalusi" userId="cbc279de-7f57-4534-a6c5-8d01537d4a9e" providerId="ADAL" clId="{95355E02-ECE3-4FCD-AD74-20680A93A642}"/>
    <pc:docChg chg="undo custSel addSld delSld modSld sldOrd">
      <pc:chgData name="Csaba Lamfalusi" userId="cbc279de-7f57-4534-a6c5-8d01537d4a9e" providerId="ADAL" clId="{95355E02-ECE3-4FCD-AD74-20680A93A642}" dt="2020-04-06T21:57:19.721" v="4040"/>
      <pc:docMkLst>
        <pc:docMk/>
      </pc:docMkLst>
      <pc:sldChg chg="modSp mod">
        <pc:chgData name="Csaba Lamfalusi" userId="cbc279de-7f57-4534-a6c5-8d01537d4a9e" providerId="ADAL" clId="{95355E02-ECE3-4FCD-AD74-20680A93A642}" dt="2020-04-05T17:32:47.401" v="86" actId="20577"/>
        <pc:sldMkLst>
          <pc:docMk/>
          <pc:sldMk cId="1733196742" sldId="256"/>
        </pc:sldMkLst>
        <pc:spChg chg="mod">
          <ac:chgData name="Csaba Lamfalusi" userId="cbc279de-7f57-4534-a6c5-8d01537d4a9e" providerId="ADAL" clId="{95355E02-ECE3-4FCD-AD74-20680A93A642}" dt="2020-04-05T17:32:47.401" v="86" actId="20577"/>
          <ac:spMkLst>
            <pc:docMk/>
            <pc:sldMk cId="1733196742" sldId="256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7:30:24.828" v="67" actId="20577"/>
          <ac:spMkLst>
            <pc:docMk/>
            <pc:sldMk cId="1733196742" sldId="256"/>
            <ac:spMk id="5" creationId="{00000000-0000-0000-0000-000000000000}"/>
          </ac:spMkLst>
        </pc:spChg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3711491439" sldId="257"/>
        </pc:sldMkLst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1741000056" sldId="259"/>
        </pc:sldMkLst>
      </pc:sldChg>
      <pc:sldChg chg="addSp delSp modSp mod ord">
        <pc:chgData name="Csaba Lamfalusi" userId="cbc279de-7f57-4534-a6c5-8d01537d4a9e" providerId="ADAL" clId="{95355E02-ECE3-4FCD-AD74-20680A93A642}" dt="2020-04-06T17:30:46.238" v="2119" actId="1076"/>
        <pc:sldMkLst>
          <pc:docMk/>
          <pc:sldMk cId="2383520111" sldId="260"/>
        </pc:sldMkLst>
        <pc:spChg chg="mod">
          <ac:chgData name="Csaba Lamfalusi" userId="cbc279de-7f57-4534-a6c5-8d01537d4a9e" providerId="ADAL" clId="{95355E02-ECE3-4FCD-AD74-20680A93A642}" dt="2020-04-05T20:07:41.283" v="838" actId="20577"/>
          <ac:spMkLst>
            <pc:docMk/>
            <pc:sldMk cId="2383520111" sldId="260"/>
            <ac:spMk id="3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20:07:54.841" v="841"/>
          <ac:spMkLst>
            <pc:docMk/>
            <pc:sldMk cId="2383520111" sldId="260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0:07:48.429" v="840"/>
          <ac:spMkLst>
            <pc:docMk/>
            <pc:sldMk cId="2383520111" sldId="260"/>
            <ac:spMk id="9" creationId="{00000000-0000-0000-0000-000000000000}"/>
          </ac:spMkLst>
        </pc:spChg>
        <pc:picChg chg="add mod">
          <ac:chgData name="Csaba Lamfalusi" userId="cbc279de-7f57-4534-a6c5-8d01537d4a9e" providerId="ADAL" clId="{95355E02-ECE3-4FCD-AD74-20680A93A642}" dt="2020-04-06T17:30:46.238" v="2119" actId="1076"/>
          <ac:picMkLst>
            <pc:docMk/>
            <pc:sldMk cId="2383520111" sldId="260"/>
            <ac:picMk id="6" creationId="{B08E20A0-29FB-4E3E-AAA6-F1E6C7CEDA3F}"/>
          </ac:picMkLst>
        </pc:picChg>
      </pc:sldChg>
      <pc:sldChg chg="addSp delSp modSp mod ord">
        <pc:chgData name="Csaba Lamfalusi" userId="cbc279de-7f57-4534-a6c5-8d01537d4a9e" providerId="ADAL" clId="{95355E02-ECE3-4FCD-AD74-20680A93A642}" dt="2020-04-05T19:59:07.070" v="816" actId="478"/>
        <pc:sldMkLst>
          <pc:docMk/>
          <pc:sldMk cId="45426372" sldId="261"/>
        </pc:sldMkLst>
        <pc:spChg chg="mod">
          <ac:chgData name="Csaba Lamfalusi" userId="cbc279de-7f57-4534-a6c5-8d01537d4a9e" providerId="ADAL" clId="{95355E02-ECE3-4FCD-AD74-20680A93A642}" dt="2020-04-05T19:42:12.854" v="631" actId="20577"/>
          <ac:spMkLst>
            <pc:docMk/>
            <pc:sldMk cId="45426372" sldId="261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9:43:16.843" v="643" actId="20577"/>
          <ac:spMkLst>
            <pc:docMk/>
            <pc:sldMk cId="45426372" sldId="261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9:42:24.226" v="633" actId="20577"/>
          <ac:spMkLst>
            <pc:docMk/>
            <pc:sldMk cId="45426372" sldId="261"/>
            <ac:spMk id="11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9:45:59.701" v="644" actId="20577"/>
          <ac:spMkLst>
            <pc:docMk/>
            <pc:sldMk cId="45426372" sldId="261"/>
            <ac:spMk id="12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9:42:30.359" v="635"/>
          <ac:spMkLst>
            <pc:docMk/>
            <pc:sldMk cId="45426372" sldId="261"/>
            <ac:spMk id="13" creationId="{00000000-0000-0000-0000-000000000000}"/>
          </ac:spMkLst>
        </pc:spChg>
        <pc:picChg chg="add del mod">
          <ac:chgData name="Csaba Lamfalusi" userId="cbc279de-7f57-4534-a6c5-8d01537d4a9e" providerId="ADAL" clId="{95355E02-ECE3-4FCD-AD74-20680A93A642}" dt="2020-04-05T19:59:07.070" v="816" actId="478"/>
          <ac:picMkLst>
            <pc:docMk/>
            <pc:sldMk cId="45426372" sldId="261"/>
            <ac:picMk id="7170" creationId="{2E58A9CA-09BB-481E-BFDD-023E6922A35E}"/>
          </ac:picMkLst>
        </pc:picChg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1758515591" sldId="262"/>
        </pc:sldMkLst>
      </pc:sldChg>
      <pc:sldChg chg="addSp delSp modSp mod ord">
        <pc:chgData name="Csaba Lamfalusi" userId="cbc279de-7f57-4534-a6c5-8d01537d4a9e" providerId="ADAL" clId="{95355E02-ECE3-4FCD-AD74-20680A93A642}" dt="2020-04-05T17:48:40.744" v="235" actId="1076"/>
        <pc:sldMkLst>
          <pc:docMk/>
          <pc:sldMk cId="3499599598" sldId="263"/>
        </pc:sldMkLst>
        <pc:spChg chg="mod">
          <ac:chgData name="Csaba Lamfalusi" userId="cbc279de-7f57-4534-a6c5-8d01537d4a9e" providerId="ADAL" clId="{95355E02-ECE3-4FCD-AD74-20680A93A642}" dt="2020-04-05T17:47:31.666" v="220" actId="20577"/>
          <ac:spMkLst>
            <pc:docMk/>
            <pc:sldMk cId="3499599598" sldId="263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7:48:00.720" v="225" actId="14100"/>
          <ac:spMkLst>
            <pc:docMk/>
            <pc:sldMk cId="3499599598" sldId="263"/>
            <ac:spMk id="4" creationId="{00000000-0000-0000-0000-000000000000}"/>
          </ac:spMkLst>
        </pc:spChg>
        <pc:spChg chg="add mod">
          <ac:chgData name="Csaba Lamfalusi" userId="cbc279de-7f57-4534-a6c5-8d01537d4a9e" providerId="ADAL" clId="{95355E02-ECE3-4FCD-AD74-20680A93A642}" dt="2020-04-05T17:48:40.744" v="235" actId="1076"/>
          <ac:spMkLst>
            <pc:docMk/>
            <pc:sldMk cId="3499599598" sldId="263"/>
            <ac:spMk id="8" creationId="{5950431D-E0EF-4204-8939-72554A88B94A}"/>
          </ac:spMkLst>
        </pc:spChg>
        <pc:spChg chg="add mod">
          <ac:chgData name="Csaba Lamfalusi" userId="cbc279de-7f57-4534-a6c5-8d01537d4a9e" providerId="ADAL" clId="{95355E02-ECE3-4FCD-AD74-20680A93A642}" dt="2020-04-05T17:48:19.127" v="230" actId="20577"/>
          <ac:spMkLst>
            <pc:docMk/>
            <pc:sldMk cId="3499599598" sldId="263"/>
            <ac:spMk id="9" creationId="{D4E5D8C5-C811-4754-A801-62D5E0826244}"/>
          </ac:spMkLst>
        </pc:spChg>
        <pc:spChg chg="del">
          <ac:chgData name="Csaba Lamfalusi" userId="cbc279de-7f57-4534-a6c5-8d01537d4a9e" providerId="ADAL" clId="{95355E02-ECE3-4FCD-AD74-20680A93A642}" dt="2020-04-05T17:43:38.651" v="215"/>
          <ac:spMkLst>
            <pc:docMk/>
            <pc:sldMk cId="3499599598" sldId="263"/>
            <ac:spMk id="10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7:47:40.687" v="222" actId="20577"/>
          <ac:spMkLst>
            <pc:docMk/>
            <pc:sldMk cId="3499599598" sldId="263"/>
            <ac:spMk id="11" creationId="{00000000-0000-0000-0000-000000000000}"/>
          </ac:spMkLst>
        </pc:spChg>
        <pc:picChg chg="add mod">
          <ac:chgData name="Csaba Lamfalusi" userId="cbc279de-7f57-4534-a6c5-8d01537d4a9e" providerId="ADAL" clId="{95355E02-ECE3-4FCD-AD74-20680A93A642}" dt="2020-04-05T17:45:13.807" v="217" actId="1076"/>
          <ac:picMkLst>
            <pc:docMk/>
            <pc:sldMk cId="3499599598" sldId="263"/>
            <ac:picMk id="1026" creationId="{AF0D20F2-036D-4D8B-BAC5-9CEE7C4F7AEF}"/>
          </ac:picMkLst>
        </pc:picChg>
      </pc:sldChg>
      <pc:sldChg chg="addSp delSp modSp mod ord">
        <pc:chgData name="Csaba Lamfalusi" userId="cbc279de-7f57-4534-a6c5-8d01537d4a9e" providerId="ADAL" clId="{95355E02-ECE3-4FCD-AD74-20680A93A642}" dt="2020-04-06T17:16:42.486" v="1899" actId="20577"/>
        <pc:sldMkLst>
          <pc:docMk/>
          <pc:sldMk cId="3568211985" sldId="264"/>
        </pc:sldMkLst>
        <pc:spChg chg="mod">
          <ac:chgData name="Csaba Lamfalusi" userId="cbc279de-7f57-4534-a6c5-8d01537d4a9e" providerId="ADAL" clId="{95355E02-ECE3-4FCD-AD74-20680A93A642}" dt="2020-04-05T17:31:21.878" v="80" actId="20577"/>
          <ac:spMkLst>
            <pc:docMk/>
            <pc:sldMk cId="3568211985" sldId="264"/>
            <ac:spMk id="3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17:37:15.151" v="88"/>
          <ac:spMkLst>
            <pc:docMk/>
            <pc:sldMk cId="3568211985" sldId="264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7:40:53.560" v="182" actId="20577"/>
          <ac:spMkLst>
            <pc:docMk/>
            <pc:sldMk cId="3568211985" sldId="264"/>
            <ac:spMk id="5" creationId="{00000000-0000-0000-0000-000000000000}"/>
          </ac:spMkLst>
        </pc:spChg>
        <pc:spChg chg="add del mod">
          <ac:chgData name="Csaba Lamfalusi" userId="cbc279de-7f57-4534-a6c5-8d01537d4a9e" providerId="ADAL" clId="{95355E02-ECE3-4FCD-AD74-20680A93A642}" dt="2020-04-05T19:39:58.935" v="615" actId="478"/>
          <ac:spMkLst>
            <pc:docMk/>
            <pc:sldMk cId="3568211985" sldId="264"/>
            <ac:spMk id="9" creationId="{C35C8233-4C4E-4C66-B2E3-A7B4A6CCACCE}"/>
          </ac:spMkLst>
        </pc:spChg>
        <pc:spChg chg="add del mod">
          <ac:chgData name="Csaba Lamfalusi" userId="cbc279de-7f57-4534-a6c5-8d01537d4a9e" providerId="ADAL" clId="{95355E02-ECE3-4FCD-AD74-20680A93A642}" dt="2020-04-05T19:39:58.935" v="615" actId="478"/>
          <ac:spMkLst>
            <pc:docMk/>
            <pc:sldMk cId="3568211985" sldId="264"/>
            <ac:spMk id="11" creationId="{5E6DC8FF-20E5-4E8F-B4F3-668513123326}"/>
          </ac:spMkLst>
        </pc:spChg>
        <pc:spChg chg="add del mod">
          <ac:chgData name="Csaba Lamfalusi" userId="cbc279de-7f57-4534-a6c5-8d01537d4a9e" providerId="ADAL" clId="{95355E02-ECE3-4FCD-AD74-20680A93A642}" dt="2020-04-05T19:39:58.935" v="615" actId="478"/>
          <ac:spMkLst>
            <pc:docMk/>
            <pc:sldMk cId="3568211985" sldId="264"/>
            <ac:spMk id="13" creationId="{9036CFBC-3908-41D6-815D-29968EFFC93A}"/>
          </ac:spMkLst>
        </pc:spChg>
        <pc:spChg chg="add del mod">
          <ac:chgData name="Csaba Lamfalusi" userId="cbc279de-7f57-4534-a6c5-8d01537d4a9e" providerId="ADAL" clId="{95355E02-ECE3-4FCD-AD74-20680A93A642}" dt="2020-04-05T19:39:58.935" v="615" actId="478"/>
          <ac:spMkLst>
            <pc:docMk/>
            <pc:sldMk cId="3568211985" sldId="264"/>
            <ac:spMk id="15" creationId="{220C2966-5F7F-4E98-8892-4B58F897B0B9}"/>
          </ac:spMkLst>
        </pc:spChg>
        <pc:spChg chg="mod">
          <ac:chgData name="Csaba Lamfalusi" userId="cbc279de-7f57-4534-a6c5-8d01537d4a9e" providerId="ADAL" clId="{95355E02-ECE3-4FCD-AD74-20680A93A642}" dt="2020-04-05T17:38:31.865" v="113" actId="20577"/>
          <ac:spMkLst>
            <pc:docMk/>
            <pc:sldMk cId="3568211985" sldId="264"/>
            <ac:spMk id="21" creationId="{00000000-0000-0000-0000-000000000000}"/>
          </ac:spMkLst>
        </pc:spChg>
        <pc:spChg chg="del mod">
          <ac:chgData name="Csaba Lamfalusi" userId="cbc279de-7f57-4534-a6c5-8d01537d4a9e" providerId="ADAL" clId="{95355E02-ECE3-4FCD-AD74-20680A93A642}" dt="2020-04-05T19:39:50.215" v="612" actId="478"/>
          <ac:spMkLst>
            <pc:docMk/>
            <pc:sldMk cId="3568211985" sldId="264"/>
            <ac:spMk id="22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7:40:54.383" v="183" actId="20577"/>
          <ac:spMkLst>
            <pc:docMk/>
            <pc:sldMk cId="3568211985" sldId="264"/>
            <ac:spMk id="2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7:40:54.909" v="184" actId="20577"/>
          <ac:spMkLst>
            <pc:docMk/>
            <pc:sldMk cId="3568211985" sldId="264"/>
            <ac:spMk id="2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9:39:55.060" v="614" actId="1076"/>
          <ac:spMkLst>
            <pc:docMk/>
            <pc:sldMk cId="3568211985" sldId="264"/>
            <ac:spMk id="25" creationId="{00000000-0000-0000-0000-000000000000}"/>
          </ac:spMkLst>
        </pc:spChg>
        <pc:spChg chg="del mod">
          <ac:chgData name="Csaba Lamfalusi" userId="cbc279de-7f57-4534-a6c5-8d01537d4a9e" providerId="ADAL" clId="{95355E02-ECE3-4FCD-AD74-20680A93A642}" dt="2020-04-05T19:39:50.215" v="612" actId="478"/>
          <ac:spMkLst>
            <pc:docMk/>
            <pc:sldMk cId="3568211985" sldId="264"/>
            <ac:spMk id="26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7:16:42.486" v="1899" actId="20577"/>
          <ac:spMkLst>
            <pc:docMk/>
            <pc:sldMk cId="3568211985" sldId="264"/>
            <ac:spMk id="27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7:39:39.687" v="130" actId="20577"/>
          <ac:spMkLst>
            <pc:docMk/>
            <pc:sldMk cId="3568211985" sldId="264"/>
            <ac:spMk id="28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7:40:26.184" v="156" actId="20577"/>
          <ac:spMkLst>
            <pc:docMk/>
            <pc:sldMk cId="3568211985" sldId="264"/>
            <ac:spMk id="29" creationId="{00000000-0000-0000-0000-000000000000}"/>
          </ac:spMkLst>
        </pc:spChg>
        <pc:spChg chg="del mod">
          <ac:chgData name="Csaba Lamfalusi" userId="cbc279de-7f57-4534-a6c5-8d01537d4a9e" providerId="ADAL" clId="{95355E02-ECE3-4FCD-AD74-20680A93A642}" dt="2020-04-05T19:39:50.215" v="612" actId="478"/>
          <ac:spMkLst>
            <pc:docMk/>
            <pc:sldMk cId="3568211985" sldId="264"/>
            <ac:spMk id="30" creationId="{00000000-0000-0000-0000-000000000000}"/>
          </ac:spMkLst>
        </pc:spChg>
        <pc:spChg chg="del mod">
          <ac:chgData name="Csaba Lamfalusi" userId="cbc279de-7f57-4534-a6c5-8d01537d4a9e" providerId="ADAL" clId="{95355E02-ECE3-4FCD-AD74-20680A93A642}" dt="2020-04-05T19:39:50.215" v="612" actId="478"/>
          <ac:spMkLst>
            <pc:docMk/>
            <pc:sldMk cId="3568211985" sldId="264"/>
            <ac:spMk id="31" creationId="{00000000-0000-0000-0000-000000000000}"/>
          </ac:spMkLst>
        </pc:spChg>
        <pc:picChg chg="add mod">
          <ac:chgData name="Csaba Lamfalusi" userId="cbc279de-7f57-4534-a6c5-8d01537d4a9e" providerId="ADAL" clId="{95355E02-ECE3-4FCD-AD74-20680A93A642}" dt="2020-04-05T17:37:16.238" v="90" actId="962"/>
          <ac:picMkLst>
            <pc:docMk/>
            <pc:sldMk cId="3568211985" sldId="264"/>
            <ac:picMk id="7" creationId="{C335CE7A-98B6-4D9A-9C0D-C196EBC0CFEE}"/>
          </ac:picMkLst>
        </pc:picChg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3023122545" sldId="265"/>
        </pc:sldMkLst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972541921" sldId="266"/>
        </pc:sldMkLst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3401797348" sldId="267"/>
        </pc:sldMkLst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1366484841" sldId="268"/>
        </pc:sldMkLst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3390816649" sldId="269"/>
        </pc:sldMkLst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1017595494" sldId="270"/>
        </pc:sldMkLst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246373354" sldId="271"/>
        </pc:sldMkLst>
      </pc:sldChg>
      <pc:sldChg chg="modSp mod ord">
        <pc:chgData name="Csaba Lamfalusi" userId="cbc279de-7f57-4534-a6c5-8d01537d4a9e" providerId="ADAL" clId="{95355E02-ECE3-4FCD-AD74-20680A93A642}" dt="2020-04-05T17:41:48.458" v="212" actId="20577"/>
        <pc:sldMkLst>
          <pc:docMk/>
          <pc:sldMk cId="1440452983" sldId="272"/>
        </pc:sldMkLst>
        <pc:spChg chg="mod">
          <ac:chgData name="Csaba Lamfalusi" userId="cbc279de-7f57-4534-a6c5-8d01537d4a9e" providerId="ADAL" clId="{95355E02-ECE3-4FCD-AD74-20680A93A642}" dt="2020-04-05T17:41:48.458" v="212" actId="20577"/>
          <ac:spMkLst>
            <pc:docMk/>
            <pc:sldMk cId="1440452983" sldId="272"/>
            <ac:spMk id="4" creationId="{00000000-0000-0000-0000-000000000000}"/>
          </ac:spMkLst>
        </pc:spChg>
      </pc:sldChg>
      <pc:sldChg chg="modSp mod ord">
        <pc:chgData name="Csaba Lamfalusi" userId="cbc279de-7f57-4534-a6c5-8d01537d4a9e" providerId="ADAL" clId="{95355E02-ECE3-4FCD-AD74-20680A93A642}" dt="2020-04-05T19:38:32.693" v="576" actId="20577"/>
        <pc:sldMkLst>
          <pc:docMk/>
          <pc:sldMk cId="3773324485" sldId="273"/>
        </pc:sldMkLst>
        <pc:spChg chg="mod">
          <ac:chgData name="Csaba Lamfalusi" userId="cbc279de-7f57-4534-a6c5-8d01537d4a9e" providerId="ADAL" clId="{95355E02-ECE3-4FCD-AD74-20680A93A642}" dt="2020-04-05T19:38:32.693" v="576" actId="20577"/>
          <ac:spMkLst>
            <pc:docMk/>
            <pc:sldMk cId="3773324485" sldId="273"/>
            <ac:spMk id="3" creationId="{00000000-0000-0000-0000-000000000000}"/>
          </ac:spMkLst>
        </pc:spChg>
      </pc:sldChg>
      <pc:sldChg chg="modSp mod ord">
        <pc:chgData name="Csaba Lamfalusi" userId="cbc279de-7f57-4534-a6c5-8d01537d4a9e" providerId="ADAL" clId="{95355E02-ECE3-4FCD-AD74-20680A93A642}" dt="2020-04-05T19:38:39.369" v="583" actId="20577"/>
        <pc:sldMkLst>
          <pc:docMk/>
          <pc:sldMk cId="3161395204" sldId="274"/>
        </pc:sldMkLst>
        <pc:spChg chg="mod">
          <ac:chgData name="Csaba Lamfalusi" userId="cbc279de-7f57-4534-a6c5-8d01537d4a9e" providerId="ADAL" clId="{95355E02-ECE3-4FCD-AD74-20680A93A642}" dt="2020-04-05T19:38:39.369" v="583" actId="20577"/>
          <ac:spMkLst>
            <pc:docMk/>
            <pc:sldMk cId="3161395204" sldId="274"/>
            <ac:spMk id="2" creationId="{00000000-0000-0000-0000-000000000000}"/>
          </ac:spMkLst>
        </pc:spChg>
      </pc:sldChg>
      <pc:sldChg chg="modSp mod ord">
        <pc:chgData name="Csaba Lamfalusi" userId="cbc279de-7f57-4534-a6c5-8d01537d4a9e" providerId="ADAL" clId="{95355E02-ECE3-4FCD-AD74-20680A93A642}" dt="2020-04-05T19:39:13.736" v="611" actId="20577"/>
        <pc:sldMkLst>
          <pc:docMk/>
          <pc:sldMk cId="1087199906" sldId="275"/>
        </pc:sldMkLst>
        <pc:spChg chg="mod">
          <ac:chgData name="Csaba Lamfalusi" userId="cbc279de-7f57-4534-a6c5-8d01537d4a9e" providerId="ADAL" clId="{95355E02-ECE3-4FCD-AD74-20680A93A642}" dt="2020-04-05T19:39:13.736" v="611" actId="20577"/>
          <ac:spMkLst>
            <pc:docMk/>
            <pc:sldMk cId="1087199906" sldId="275"/>
            <ac:spMk id="2" creationId="{00000000-0000-0000-0000-000000000000}"/>
          </ac:spMkLst>
        </pc:spChg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2625936162" sldId="276"/>
        </pc:sldMkLst>
      </pc:sldChg>
      <pc:sldChg chg="del">
        <pc:chgData name="Csaba Lamfalusi" userId="cbc279de-7f57-4534-a6c5-8d01537d4a9e" providerId="ADAL" clId="{95355E02-ECE3-4FCD-AD74-20680A93A642}" dt="2020-04-05T21:52:12.884" v="1784" actId="47"/>
        <pc:sldMkLst>
          <pc:docMk/>
          <pc:sldMk cId="1620209984" sldId="277"/>
        </pc:sldMkLst>
      </pc:sldChg>
      <pc:sldChg chg="modSp add mod ord">
        <pc:chgData name="Csaba Lamfalusi" userId="cbc279de-7f57-4534-a6c5-8d01537d4a9e" providerId="ADAL" clId="{95355E02-ECE3-4FCD-AD74-20680A93A642}" dt="2020-04-06T17:16:27.493" v="1895" actId="1076"/>
        <pc:sldMkLst>
          <pc:docMk/>
          <pc:sldMk cId="625918773" sldId="278"/>
        </pc:sldMkLst>
        <pc:spChg chg="mod">
          <ac:chgData name="Csaba Lamfalusi" userId="cbc279de-7f57-4534-a6c5-8d01537d4a9e" providerId="ADAL" clId="{95355E02-ECE3-4FCD-AD74-20680A93A642}" dt="2020-04-06T17:16:20.566" v="1893" actId="255"/>
          <ac:spMkLst>
            <pc:docMk/>
            <pc:sldMk cId="625918773" sldId="278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7:16:25.229" v="1894" actId="1076"/>
          <ac:spMkLst>
            <pc:docMk/>
            <pc:sldMk cId="625918773" sldId="278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7:16:27.493" v="1895" actId="1076"/>
          <ac:spMkLst>
            <pc:docMk/>
            <pc:sldMk cId="625918773" sldId="278"/>
            <ac:spMk id="6" creationId="{00000000-0000-0000-0000-000000000000}"/>
          </ac:spMkLst>
        </pc:spChg>
      </pc:sldChg>
      <pc:sldChg chg="add del">
        <pc:chgData name="Csaba Lamfalusi" userId="cbc279de-7f57-4534-a6c5-8d01537d4a9e" providerId="ADAL" clId="{95355E02-ECE3-4FCD-AD74-20680A93A642}" dt="2020-04-05T17:30:37.243" v="69"/>
        <pc:sldMkLst>
          <pc:docMk/>
          <pc:sldMk cId="1113807470" sldId="278"/>
        </pc:sldMkLst>
      </pc:sldChg>
      <pc:sldChg chg="addSp modSp add mod ord">
        <pc:chgData name="Csaba Lamfalusi" userId="cbc279de-7f57-4534-a6c5-8d01537d4a9e" providerId="ADAL" clId="{95355E02-ECE3-4FCD-AD74-20680A93A642}" dt="2020-04-05T21:53:37.398" v="1862" actId="6549"/>
        <pc:sldMkLst>
          <pc:docMk/>
          <pc:sldMk cId="2059065166" sldId="279"/>
        </pc:sldMkLst>
        <pc:spChg chg="mod">
          <ac:chgData name="Csaba Lamfalusi" userId="cbc279de-7f57-4534-a6c5-8d01537d4a9e" providerId="ADAL" clId="{95355E02-ECE3-4FCD-AD74-20680A93A642}" dt="2020-04-05T21:53:37.398" v="1862" actId="6549"/>
          <ac:spMkLst>
            <pc:docMk/>
            <pc:sldMk cId="2059065166" sldId="279"/>
            <ac:spMk id="4" creationId="{A5550BAA-4A93-7C4F-9F93-F6DAD9B885B8}"/>
          </ac:spMkLst>
        </pc:spChg>
        <pc:spChg chg="add mod">
          <ac:chgData name="Csaba Lamfalusi" userId="cbc279de-7f57-4534-a6c5-8d01537d4a9e" providerId="ADAL" clId="{95355E02-ECE3-4FCD-AD74-20680A93A642}" dt="2020-04-05T20:57:11.362" v="1200" actId="20577"/>
          <ac:spMkLst>
            <pc:docMk/>
            <pc:sldMk cId="2059065166" sldId="279"/>
            <ac:spMk id="6" creationId="{0E44A2EC-4822-40A8-9B46-66A6644D9602}"/>
          </ac:spMkLst>
        </pc:spChg>
        <pc:picChg chg="mod">
          <ac:chgData name="Csaba Lamfalusi" userId="cbc279de-7f57-4534-a6c5-8d01537d4a9e" providerId="ADAL" clId="{95355E02-ECE3-4FCD-AD74-20680A93A642}" dt="2020-04-05T18:10:31.993" v="322" actId="1076"/>
          <ac:picMkLst>
            <pc:docMk/>
            <pc:sldMk cId="2059065166" sldId="279"/>
            <ac:picMk id="5" creationId="{9400A94B-6F46-4DB3-9423-39B2D6913F1C}"/>
          </ac:picMkLst>
        </pc:picChg>
        <pc:picChg chg="add mod">
          <ac:chgData name="Csaba Lamfalusi" userId="cbc279de-7f57-4534-a6c5-8d01537d4a9e" providerId="ADAL" clId="{95355E02-ECE3-4FCD-AD74-20680A93A642}" dt="2020-04-05T20:05:12.094" v="833" actId="1076"/>
          <ac:picMkLst>
            <pc:docMk/>
            <pc:sldMk cId="2059065166" sldId="279"/>
            <ac:picMk id="7" creationId="{982CE827-8C4B-4277-9A0F-21D00F581904}"/>
          </ac:picMkLst>
        </pc:picChg>
      </pc:sldChg>
      <pc:sldChg chg="addSp delSp modSp add mod">
        <pc:chgData name="Csaba Lamfalusi" userId="cbc279de-7f57-4534-a6c5-8d01537d4a9e" providerId="ADAL" clId="{95355E02-ECE3-4FCD-AD74-20680A93A642}" dt="2020-04-06T17:18:49.524" v="1935" actId="1076"/>
        <pc:sldMkLst>
          <pc:docMk/>
          <pc:sldMk cId="2591733761" sldId="280"/>
        </pc:sldMkLst>
        <pc:spChg chg="add del mod">
          <ac:chgData name="Csaba Lamfalusi" userId="cbc279de-7f57-4534-a6c5-8d01537d4a9e" providerId="ADAL" clId="{95355E02-ECE3-4FCD-AD74-20680A93A642}" dt="2020-04-05T17:49:47.259" v="241"/>
          <ac:spMkLst>
            <pc:docMk/>
            <pc:sldMk cId="2591733761" sldId="280"/>
            <ac:spMk id="2" creationId="{551390C9-04AF-4B49-84CD-8D8C70A85F7E}"/>
          </ac:spMkLst>
        </pc:spChg>
        <pc:spChg chg="mod">
          <ac:chgData name="Csaba Lamfalusi" userId="cbc279de-7f57-4534-a6c5-8d01537d4a9e" providerId="ADAL" clId="{95355E02-ECE3-4FCD-AD74-20680A93A642}" dt="2020-04-05T17:49:05.120" v="237"/>
          <ac:spMkLst>
            <pc:docMk/>
            <pc:sldMk cId="2591733761" sldId="280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7:18:49.524" v="1935" actId="1076"/>
          <ac:spMkLst>
            <pc:docMk/>
            <pc:sldMk cId="2591733761" sldId="280"/>
            <ac:spMk id="4" creationId="{00000000-0000-0000-0000-000000000000}"/>
          </ac:spMkLst>
        </pc:spChg>
        <pc:spChg chg="add mod">
          <ac:chgData name="Csaba Lamfalusi" userId="cbc279de-7f57-4534-a6c5-8d01537d4a9e" providerId="ADAL" clId="{95355E02-ECE3-4FCD-AD74-20680A93A642}" dt="2020-04-06T17:18:49.524" v="1935" actId="1076"/>
          <ac:spMkLst>
            <pc:docMk/>
            <pc:sldMk cId="2591733761" sldId="280"/>
            <ac:spMk id="7" creationId="{58D58CF4-A224-40FB-BB71-08DB685A6633}"/>
          </ac:spMkLst>
        </pc:spChg>
        <pc:spChg chg="add del mod">
          <ac:chgData name="Csaba Lamfalusi" userId="cbc279de-7f57-4534-a6c5-8d01537d4a9e" providerId="ADAL" clId="{95355E02-ECE3-4FCD-AD74-20680A93A642}" dt="2020-04-05T17:50:03.422" v="243" actId="478"/>
          <ac:spMkLst>
            <pc:docMk/>
            <pc:sldMk cId="2591733761" sldId="280"/>
            <ac:spMk id="7" creationId="{EB70EA7F-5C88-4A45-981E-65120FEADE7D}"/>
          </ac:spMkLst>
        </pc:spChg>
        <pc:spChg chg="del">
          <ac:chgData name="Csaba Lamfalusi" userId="cbc279de-7f57-4534-a6c5-8d01537d4a9e" providerId="ADAL" clId="{95355E02-ECE3-4FCD-AD74-20680A93A642}" dt="2020-04-05T17:50:40.731" v="251" actId="478"/>
          <ac:spMkLst>
            <pc:docMk/>
            <pc:sldMk cId="2591733761" sldId="280"/>
            <ac:spMk id="8" creationId="{5950431D-E0EF-4204-8939-72554A88B94A}"/>
          </ac:spMkLst>
        </pc:spChg>
        <pc:spChg chg="add mod">
          <ac:chgData name="Csaba Lamfalusi" userId="cbc279de-7f57-4534-a6c5-8d01537d4a9e" providerId="ADAL" clId="{95355E02-ECE3-4FCD-AD74-20680A93A642}" dt="2020-04-06T17:18:43.596" v="1934" actId="1076"/>
          <ac:spMkLst>
            <pc:docMk/>
            <pc:sldMk cId="2591733761" sldId="280"/>
            <ac:spMk id="8" creationId="{91F21F02-A021-4292-885C-993228626002}"/>
          </ac:spMkLst>
        </pc:spChg>
        <pc:spChg chg="del">
          <ac:chgData name="Csaba Lamfalusi" userId="cbc279de-7f57-4534-a6c5-8d01537d4a9e" providerId="ADAL" clId="{95355E02-ECE3-4FCD-AD74-20680A93A642}" dt="2020-04-05T17:50:39.448" v="250" actId="478"/>
          <ac:spMkLst>
            <pc:docMk/>
            <pc:sldMk cId="2591733761" sldId="280"/>
            <ac:spMk id="9" creationId="{D4E5D8C5-C811-4754-A801-62D5E0826244}"/>
          </ac:spMkLst>
        </pc:spChg>
        <pc:spChg chg="del">
          <ac:chgData name="Csaba Lamfalusi" userId="cbc279de-7f57-4534-a6c5-8d01537d4a9e" providerId="ADAL" clId="{95355E02-ECE3-4FCD-AD74-20680A93A642}" dt="2020-04-05T17:50:01.834" v="242" actId="478"/>
          <ac:spMkLst>
            <pc:docMk/>
            <pc:sldMk cId="2591733761" sldId="280"/>
            <ac:spMk id="11" creationId="{00000000-0000-0000-0000-000000000000}"/>
          </ac:spMkLst>
        </pc:spChg>
        <pc:spChg chg="add del mod">
          <ac:chgData name="Csaba Lamfalusi" userId="cbc279de-7f57-4534-a6c5-8d01537d4a9e" providerId="ADAL" clId="{95355E02-ECE3-4FCD-AD74-20680A93A642}" dt="2020-04-05T17:51:40.085" v="257"/>
          <ac:spMkLst>
            <pc:docMk/>
            <pc:sldMk cId="2591733761" sldId="280"/>
            <ac:spMk id="14" creationId="{3AB4430E-D47B-4089-9720-9B4A848CD212}"/>
          </ac:spMkLst>
        </pc:spChg>
        <pc:spChg chg="add del mod">
          <ac:chgData name="Csaba Lamfalusi" userId="cbc279de-7f57-4534-a6c5-8d01537d4a9e" providerId="ADAL" clId="{95355E02-ECE3-4FCD-AD74-20680A93A642}" dt="2020-04-05T17:51:40.085" v="257"/>
          <ac:spMkLst>
            <pc:docMk/>
            <pc:sldMk cId="2591733761" sldId="280"/>
            <ac:spMk id="15" creationId="{E4E202D5-453B-491E-A8EB-DF8B1B0273F7}"/>
          </ac:spMkLst>
        </pc:spChg>
        <pc:spChg chg="add del mod">
          <ac:chgData name="Csaba Lamfalusi" userId="cbc279de-7f57-4534-a6c5-8d01537d4a9e" providerId="ADAL" clId="{95355E02-ECE3-4FCD-AD74-20680A93A642}" dt="2020-04-05T17:51:40.085" v="257"/>
          <ac:spMkLst>
            <pc:docMk/>
            <pc:sldMk cId="2591733761" sldId="280"/>
            <ac:spMk id="16" creationId="{B7AB5278-ABB6-42A8-8727-C80E9088E44B}"/>
          </ac:spMkLst>
        </pc:spChg>
        <pc:spChg chg="add mod">
          <ac:chgData name="Csaba Lamfalusi" userId="cbc279de-7f57-4534-a6c5-8d01537d4a9e" providerId="ADAL" clId="{95355E02-ECE3-4FCD-AD74-20680A93A642}" dt="2020-04-06T17:18:43.596" v="1934" actId="1076"/>
          <ac:spMkLst>
            <pc:docMk/>
            <pc:sldMk cId="2591733761" sldId="280"/>
            <ac:spMk id="17" creationId="{417E064C-ADC8-42CA-9328-81343B8097C6}"/>
          </ac:spMkLst>
        </pc:spChg>
        <pc:picChg chg="del">
          <ac:chgData name="Csaba Lamfalusi" userId="cbc279de-7f57-4534-a6c5-8d01537d4a9e" providerId="ADAL" clId="{95355E02-ECE3-4FCD-AD74-20680A93A642}" dt="2020-04-05T17:49:45.858" v="240" actId="478"/>
          <ac:picMkLst>
            <pc:docMk/>
            <pc:sldMk cId="2591733761" sldId="280"/>
            <ac:picMk id="1026" creationId="{AF0D20F2-036D-4D8B-BAC5-9CEE7C4F7AEF}"/>
          </ac:picMkLst>
        </pc:picChg>
        <pc:picChg chg="add del">
          <ac:chgData name="Csaba Lamfalusi" userId="cbc279de-7f57-4534-a6c5-8d01537d4a9e" providerId="ADAL" clId="{95355E02-ECE3-4FCD-AD74-20680A93A642}" dt="2020-04-05T17:49:44.357" v="239"/>
          <ac:picMkLst>
            <pc:docMk/>
            <pc:sldMk cId="2591733761" sldId="280"/>
            <ac:picMk id="2050" creationId="{3F7A33D6-C5C2-4EE8-AF94-553C1491264C}"/>
          </ac:picMkLst>
        </pc:picChg>
        <pc:picChg chg="add">
          <ac:chgData name="Csaba Lamfalusi" userId="cbc279de-7f57-4534-a6c5-8d01537d4a9e" providerId="ADAL" clId="{95355E02-ECE3-4FCD-AD74-20680A93A642}" dt="2020-04-05T17:49:47.259" v="241"/>
          <ac:picMkLst>
            <pc:docMk/>
            <pc:sldMk cId="2591733761" sldId="280"/>
            <ac:picMk id="2052" creationId="{44E935F3-099F-4EB2-A063-E50688A96B06}"/>
          </ac:picMkLst>
        </pc:picChg>
      </pc:sldChg>
      <pc:sldChg chg="addSp delSp modSp add mod">
        <pc:chgData name="Csaba Lamfalusi" userId="cbc279de-7f57-4534-a6c5-8d01537d4a9e" providerId="ADAL" clId="{95355E02-ECE3-4FCD-AD74-20680A93A642}" dt="2020-04-05T17:55:49.817" v="304" actId="1076"/>
        <pc:sldMkLst>
          <pc:docMk/>
          <pc:sldMk cId="180060491" sldId="281"/>
        </pc:sldMkLst>
        <pc:spChg chg="add del mod">
          <ac:chgData name="Csaba Lamfalusi" userId="cbc279de-7f57-4534-a6c5-8d01537d4a9e" providerId="ADAL" clId="{95355E02-ECE3-4FCD-AD74-20680A93A642}" dt="2020-04-05T17:52:57.104" v="272"/>
          <ac:spMkLst>
            <pc:docMk/>
            <pc:sldMk cId="180060491" sldId="281"/>
            <ac:spMk id="2" creationId="{C0A15E5F-2B0B-4FDB-B8C3-2832F3F2675A}"/>
          </ac:spMkLst>
        </pc:spChg>
        <pc:spChg chg="mod">
          <ac:chgData name="Csaba Lamfalusi" userId="cbc279de-7f57-4534-a6c5-8d01537d4a9e" providerId="ADAL" clId="{95355E02-ECE3-4FCD-AD74-20680A93A642}" dt="2020-04-05T17:53:46.495" v="274"/>
          <ac:spMkLst>
            <pc:docMk/>
            <pc:sldMk cId="180060491" sldId="281"/>
            <ac:spMk id="3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17:53:56.584" v="275" actId="478"/>
          <ac:spMkLst>
            <pc:docMk/>
            <pc:sldMk cId="180060491" sldId="281"/>
            <ac:spMk id="4" creationId="{00000000-0000-0000-0000-000000000000}"/>
          </ac:spMkLst>
        </pc:spChg>
        <pc:spChg chg="add del mod">
          <ac:chgData name="Csaba Lamfalusi" userId="cbc279de-7f57-4534-a6c5-8d01537d4a9e" providerId="ADAL" clId="{95355E02-ECE3-4FCD-AD74-20680A93A642}" dt="2020-04-05T17:53:57.767" v="276" actId="478"/>
          <ac:spMkLst>
            <pc:docMk/>
            <pc:sldMk cId="180060491" sldId="281"/>
            <ac:spMk id="7" creationId="{2BAD5084-8A68-4F28-ABFD-D8E74F1B06D5}"/>
          </ac:spMkLst>
        </pc:spChg>
        <pc:spChg chg="del">
          <ac:chgData name="Csaba Lamfalusi" userId="cbc279de-7f57-4534-a6c5-8d01537d4a9e" providerId="ADAL" clId="{95355E02-ECE3-4FCD-AD74-20680A93A642}" dt="2020-04-05T17:53:59.019" v="277" actId="478"/>
          <ac:spMkLst>
            <pc:docMk/>
            <pc:sldMk cId="180060491" sldId="281"/>
            <ac:spMk id="17" creationId="{417E064C-ADC8-42CA-9328-81343B8097C6}"/>
          </ac:spMkLst>
        </pc:spChg>
        <pc:graphicFrameChg chg="add mod modGraphic">
          <ac:chgData name="Csaba Lamfalusi" userId="cbc279de-7f57-4534-a6c5-8d01537d4a9e" providerId="ADAL" clId="{95355E02-ECE3-4FCD-AD74-20680A93A642}" dt="2020-04-05T17:55:49.817" v="304" actId="1076"/>
          <ac:graphicFrameMkLst>
            <pc:docMk/>
            <pc:sldMk cId="180060491" sldId="281"/>
            <ac:graphicFrameMk id="11" creationId="{ABF4241D-B8DA-40E2-9E66-4341226DD5B7}"/>
          </ac:graphicFrameMkLst>
        </pc:graphicFrameChg>
        <pc:picChg chg="add mod">
          <ac:chgData name="Csaba Lamfalusi" userId="cbc279de-7f57-4534-a6c5-8d01537d4a9e" providerId="ADAL" clId="{95355E02-ECE3-4FCD-AD74-20680A93A642}" dt="2020-04-05T17:55:26.184" v="302" actId="1076"/>
          <ac:picMkLst>
            <pc:docMk/>
            <pc:sldMk cId="180060491" sldId="281"/>
            <ac:picMk id="12" creationId="{D453D872-F951-470D-AEE4-6AB794CD87BF}"/>
          </ac:picMkLst>
        </pc:picChg>
        <pc:picChg chg="del">
          <ac:chgData name="Csaba Lamfalusi" userId="cbc279de-7f57-4534-a6c5-8d01537d4a9e" providerId="ADAL" clId="{95355E02-ECE3-4FCD-AD74-20680A93A642}" dt="2020-04-05T17:52:56.031" v="271" actId="478"/>
          <ac:picMkLst>
            <pc:docMk/>
            <pc:sldMk cId="180060491" sldId="281"/>
            <ac:picMk id="2052" creationId="{44E935F3-099F-4EB2-A063-E50688A96B06}"/>
          </ac:picMkLst>
        </pc:picChg>
        <pc:picChg chg="add">
          <ac:chgData name="Csaba Lamfalusi" userId="cbc279de-7f57-4534-a6c5-8d01537d4a9e" providerId="ADAL" clId="{95355E02-ECE3-4FCD-AD74-20680A93A642}" dt="2020-04-05T17:52:57.104" v="272"/>
          <ac:picMkLst>
            <pc:docMk/>
            <pc:sldMk cId="180060491" sldId="281"/>
            <ac:picMk id="3074" creationId="{B2D0CAE6-25D2-4E42-830F-8F0F35203809}"/>
          </ac:picMkLst>
        </pc:picChg>
      </pc:sldChg>
      <pc:sldChg chg="addSp delSp modSp add mod">
        <pc:chgData name="Csaba Lamfalusi" userId="cbc279de-7f57-4534-a6c5-8d01537d4a9e" providerId="ADAL" clId="{95355E02-ECE3-4FCD-AD74-20680A93A642}" dt="2020-04-06T20:24:48.698" v="2974" actId="313"/>
        <pc:sldMkLst>
          <pc:docMk/>
          <pc:sldMk cId="636922217" sldId="282"/>
        </pc:sldMkLst>
        <pc:spChg chg="mod">
          <ac:chgData name="Csaba Lamfalusi" userId="cbc279de-7f57-4534-a6c5-8d01537d4a9e" providerId="ADAL" clId="{95355E02-ECE3-4FCD-AD74-20680A93A642}" dt="2020-04-05T18:05:45.892" v="309" actId="20577"/>
          <ac:spMkLst>
            <pc:docMk/>
            <pc:sldMk cId="636922217" sldId="282"/>
            <ac:spMk id="2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18:05:51.280" v="310" actId="478"/>
          <ac:spMkLst>
            <pc:docMk/>
            <pc:sldMk cId="636922217" sldId="282"/>
            <ac:spMk id="3" creationId="{00000000-0000-0000-0000-000000000000}"/>
          </ac:spMkLst>
        </pc:spChg>
        <pc:graphicFrameChg chg="add mod">
          <ac:chgData name="Csaba Lamfalusi" userId="cbc279de-7f57-4534-a6c5-8d01537d4a9e" providerId="ADAL" clId="{95355E02-ECE3-4FCD-AD74-20680A93A642}" dt="2020-04-06T20:24:48.698" v="2974" actId="313"/>
          <ac:graphicFrameMkLst>
            <pc:docMk/>
            <pc:sldMk cId="636922217" sldId="282"/>
            <ac:graphicFrameMk id="4" creationId="{3B0C63AA-F77E-41BF-B31E-34085623B7B1}"/>
          </ac:graphicFrameMkLst>
        </pc:graphicFrameChg>
        <pc:graphicFrameChg chg="add mod">
          <ac:chgData name="Csaba Lamfalusi" userId="cbc279de-7f57-4534-a6c5-8d01537d4a9e" providerId="ADAL" clId="{95355E02-ECE3-4FCD-AD74-20680A93A642}" dt="2020-04-05T18:06:41.679" v="320" actId="1076"/>
          <ac:graphicFrameMkLst>
            <pc:docMk/>
            <pc:sldMk cId="636922217" sldId="282"/>
            <ac:graphicFrameMk id="5" creationId="{7B591992-21C7-4BBA-8DCB-98E9D1C42704}"/>
          </ac:graphicFrameMkLst>
        </pc:graphicFrameChg>
      </pc:sldChg>
      <pc:sldChg chg="addSp delSp modSp add mod">
        <pc:chgData name="Csaba Lamfalusi" userId="cbc279de-7f57-4534-a6c5-8d01537d4a9e" providerId="ADAL" clId="{95355E02-ECE3-4FCD-AD74-20680A93A642}" dt="2020-04-05T19:50:50.875" v="777" actId="313"/>
        <pc:sldMkLst>
          <pc:docMk/>
          <pc:sldMk cId="435996340" sldId="283"/>
        </pc:sldMkLst>
        <pc:spChg chg="add del mod">
          <ac:chgData name="Csaba Lamfalusi" userId="cbc279de-7f57-4534-a6c5-8d01537d4a9e" providerId="ADAL" clId="{95355E02-ECE3-4FCD-AD74-20680A93A642}" dt="2020-04-05T19:47:02.560" v="649"/>
          <ac:spMkLst>
            <pc:docMk/>
            <pc:sldMk cId="435996340" sldId="283"/>
            <ac:spMk id="2" creationId="{29459B2A-D9DB-4786-B9D4-2A7AA79D0F99}"/>
          </ac:spMkLst>
        </pc:spChg>
        <pc:spChg chg="mod">
          <ac:chgData name="Csaba Lamfalusi" userId="cbc279de-7f57-4534-a6c5-8d01537d4a9e" providerId="ADAL" clId="{95355E02-ECE3-4FCD-AD74-20680A93A642}" dt="2020-04-05T19:49:30.217" v="768"/>
          <ac:spMkLst>
            <pc:docMk/>
            <pc:sldMk cId="435996340" sldId="283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9:50:50.875" v="777" actId="313"/>
          <ac:spMkLst>
            <pc:docMk/>
            <pc:sldMk cId="435996340" sldId="283"/>
            <ac:spMk id="4" creationId="{00000000-0000-0000-0000-000000000000}"/>
          </ac:spMkLst>
        </pc:spChg>
        <pc:spChg chg="add del mod">
          <ac:chgData name="Csaba Lamfalusi" userId="cbc279de-7f57-4534-a6c5-8d01537d4a9e" providerId="ADAL" clId="{95355E02-ECE3-4FCD-AD74-20680A93A642}" dt="2020-04-05T19:49:09.619" v="763" actId="478"/>
          <ac:spMkLst>
            <pc:docMk/>
            <pc:sldMk cId="435996340" sldId="283"/>
            <ac:spMk id="7" creationId="{7C9CC574-1E39-4E14-852E-5FF64D344760}"/>
          </ac:spMkLst>
        </pc:spChg>
        <pc:spChg chg="mod">
          <ac:chgData name="Csaba Lamfalusi" userId="cbc279de-7f57-4534-a6c5-8d01537d4a9e" providerId="ADAL" clId="{95355E02-ECE3-4FCD-AD74-20680A93A642}" dt="2020-04-05T19:50:06.297" v="776" actId="20577"/>
          <ac:spMkLst>
            <pc:docMk/>
            <pc:sldMk cId="435996340" sldId="283"/>
            <ac:spMk id="8" creationId="{5950431D-E0EF-4204-8939-72554A88B94A}"/>
          </ac:spMkLst>
        </pc:spChg>
        <pc:spChg chg="mod">
          <ac:chgData name="Csaba Lamfalusi" userId="cbc279de-7f57-4534-a6c5-8d01537d4a9e" providerId="ADAL" clId="{95355E02-ECE3-4FCD-AD74-20680A93A642}" dt="2020-04-05T19:49:50.157" v="773"/>
          <ac:spMkLst>
            <pc:docMk/>
            <pc:sldMk cId="435996340" sldId="283"/>
            <ac:spMk id="9" creationId="{D4E5D8C5-C811-4754-A801-62D5E0826244}"/>
          </ac:spMkLst>
        </pc:spChg>
        <pc:spChg chg="mod">
          <ac:chgData name="Csaba Lamfalusi" userId="cbc279de-7f57-4534-a6c5-8d01537d4a9e" providerId="ADAL" clId="{95355E02-ECE3-4FCD-AD74-20680A93A642}" dt="2020-04-05T19:49:34.768" v="769"/>
          <ac:spMkLst>
            <pc:docMk/>
            <pc:sldMk cId="435996340" sldId="283"/>
            <ac:spMk id="11" creationId="{00000000-0000-0000-0000-000000000000}"/>
          </ac:spMkLst>
        </pc:spChg>
        <pc:picChg chg="add del">
          <ac:chgData name="Csaba Lamfalusi" userId="cbc279de-7f57-4534-a6c5-8d01537d4a9e" providerId="ADAL" clId="{95355E02-ECE3-4FCD-AD74-20680A93A642}" dt="2020-04-05T19:47:01.428" v="648"/>
          <ac:picMkLst>
            <pc:docMk/>
            <pc:sldMk cId="435996340" sldId="283"/>
            <ac:picMk id="10" creationId="{4BDD4AB1-0185-419F-B307-051C5CAD03B3}"/>
          </ac:picMkLst>
        </pc:picChg>
        <pc:picChg chg="add del mod modCrop">
          <ac:chgData name="Csaba Lamfalusi" userId="cbc279de-7f57-4534-a6c5-8d01537d4a9e" providerId="ADAL" clId="{95355E02-ECE3-4FCD-AD74-20680A93A642}" dt="2020-04-05T19:49:08.242" v="762" actId="478"/>
          <ac:picMkLst>
            <pc:docMk/>
            <pc:sldMk cId="435996340" sldId="283"/>
            <ac:picMk id="12" creationId="{CB3917BF-F37F-4F58-8C33-E4EACF621DFF}"/>
          </ac:picMkLst>
        </pc:picChg>
        <pc:picChg chg="add mod">
          <ac:chgData name="Csaba Lamfalusi" userId="cbc279de-7f57-4534-a6c5-8d01537d4a9e" providerId="ADAL" clId="{95355E02-ECE3-4FCD-AD74-20680A93A642}" dt="2020-04-05T19:49:22.428" v="766" actId="1076"/>
          <ac:picMkLst>
            <pc:docMk/>
            <pc:sldMk cId="435996340" sldId="283"/>
            <ac:picMk id="14" creationId="{6BF5A7AF-EDE8-4E5D-BB15-4402BBEB557B}"/>
          </ac:picMkLst>
        </pc:picChg>
        <pc:picChg chg="del">
          <ac:chgData name="Csaba Lamfalusi" userId="cbc279de-7f57-4534-a6c5-8d01537d4a9e" providerId="ADAL" clId="{95355E02-ECE3-4FCD-AD74-20680A93A642}" dt="2020-04-05T19:46:56.249" v="646" actId="478"/>
          <ac:picMkLst>
            <pc:docMk/>
            <pc:sldMk cId="435996340" sldId="283"/>
            <ac:picMk id="1026" creationId="{AF0D20F2-036D-4D8B-BAC5-9CEE7C4F7AEF}"/>
          </ac:picMkLst>
        </pc:picChg>
      </pc:sldChg>
      <pc:sldChg chg="add del">
        <pc:chgData name="Csaba Lamfalusi" userId="cbc279de-7f57-4534-a6c5-8d01537d4a9e" providerId="ADAL" clId="{95355E02-ECE3-4FCD-AD74-20680A93A642}" dt="2020-04-05T19:38:11.956" v="563"/>
        <pc:sldMkLst>
          <pc:docMk/>
          <pc:sldMk cId="1440386120" sldId="283"/>
        </pc:sldMkLst>
      </pc:sldChg>
      <pc:sldChg chg="modSp add del mod">
        <pc:chgData name="Csaba Lamfalusi" userId="cbc279de-7f57-4534-a6c5-8d01537d4a9e" providerId="ADAL" clId="{95355E02-ECE3-4FCD-AD74-20680A93A642}" dt="2020-04-05T19:38:06.836" v="561"/>
        <pc:sldMkLst>
          <pc:docMk/>
          <pc:sldMk cId="2363650768" sldId="283"/>
        </pc:sldMkLst>
        <pc:spChg chg="mod">
          <ac:chgData name="Csaba Lamfalusi" userId="cbc279de-7f57-4534-a6c5-8d01537d4a9e" providerId="ADAL" clId="{95355E02-ECE3-4FCD-AD74-20680A93A642}" dt="2020-04-05T19:38:06.391" v="560" actId="20577"/>
          <ac:spMkLst>
            <pc:docMk/>
            <pc:sldMk cId="2363650768" sldId="283"/>
            <ac:spMk id="3" creationId="{00000000-0000-0000-0000-000000000000}"/>
          </ac:spMkLst>
        </pc:spChg>
      </pc:sldChg>
      <pc:sldChg chg="addSp modSp add mod">
        <pc:chgData name="Csaba Lamfalusi" userId="cbc279de-7f57-4534-a6c5-8d01537d4a9e" providerId="ADAL" clId="{95355E02-ECE3-4FCD-AD74-20680A93A642}" dt="2020-04-06T21:26:10.763" v="3431" actId="14100"/>
        <pc:sldMkLst>
          <pc:docMk/>
          <pc:sldMk cId="1792390090" sldId="284"/>
        </pc:sldMkLst>
        <pc:spChg chg="mod">
          <ac:chgData name="Csaba Lamfalusi" userId="cbc279de-7f57-4534-a6c5-8d01537d4a9e" providerId="ADAL" clId="{95355E02-ECE3-4FCD-AD74-20680A93A642}" dt="2020-04-05T19:53:13.732" v="780"/>
          <ac:spMkLst>
            <pc:docMk/>
            <pc:sldMk cId="1792390090" sldId="284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21:26:06.771" v="3430" actId="14100"/>
          <ac:spMkLst>
            <pc:docMk/>
            <pc:sldMk cId="1792390090" sldId="284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21:26:00.934" v="3429" actId="20577"/>
          <ac:spMkLst>
            <pc:docMk/>
            <pc:sldMk cId="1792390090" sldId="284"/>
            <ac:spMk id="11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21:26:10.763" v="3431" actId="14100"/>
          <ac:spMkLst>
            <pc:docMk/>
            <pc:sldMk cId="1792390090" sldId="284"/>
            <ac:spMk id="12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19:53:55.896" v="788"/>
          <ac:spMkLst>
            <pc:docMk/>
            <pc:sldMk cId="1792390090" sldId="284"/>
            <ac:spMk id="13" creationId="{00000000-0000-0000-0000-000000000000}"/>
          </ac:spMkLst>
        </pc:spChg>
        <pc:picChg chg="add mod">
          <ac:chgData name="Csaba Lamfalusi" userId="cbc279de-7f57-4534-a6c5-8d01537d4a9e" providerId="ADAL" clId="{95355E02-ECE3-4FCD-AD74-20680A93A642}" dt="2020-04-05T19:54:45.109" v="796" actId="1076"/>
          <ac:picMkLst>
            <pc:docMk/>
            <pc:sldMk cId="1792390090" sldId="284"/>
            <ac:picMk id="8" creationId="{5DC4DE3B-35FF-467B-8F09-A8F330872989}"/>
          </ac:picMkLst>
        </pc:picChg>
        <pc:picChg chg="add mod">
          <ac:chgData name="Csaba Lamfalusi" userId="cbc279de-7f57-4534-a6c5-8d01537d4a9e" providerId="ADAL" clId="{95355E02-ECE3-4FCD-AD74-20680A93A642}" dt="2020-04-05T19:54:40.709" v="795" actId="1076"/>
          <ac:picMkLst>
            <pc:docMk/>
            <pc:sldMk cId="1792390090" sldId="284"/>
            <ac:picMk id="9" creationId="{AEF6E2BC-CBF3-46E8-80B8-D5442C0CC569}"/>
          </ac:picMkLst>
        </pc:picChg>
        <pc:picChg chg="add mod">
          <ac:chgData name="Csaba Lamfalusi" userId="cbc279de-7f57-4534-a6c5-8d01537d4a9e" providerId="ADAL" clId="{95355E02-ECE3-4FCD-AD74-20680A93A642}" dt="2020-04-05T19:54:48.464" v="797" actId="1076"/>
          <ac:picMkLst>
            <pc:docMk/>
            <pc:sldMk cId="1792390090" sldId="284"/>
            <ac:picMk id="10" creationId="{8ACEAF67-767F-4B01-86C3-CC44716D07C0}"/>
          </ac:picMkLst>
        </pc:picChg>
        <pc:picChg chg="add mod">
          <ac:chgData name="Csaba Lamfalusi" userId="cbc279de-7f57-4534-a6c5-8d01537d4a9e" providerId="ADAL" clId="{95355E02-ECE3-4FCD-AD74-20680A93A642}" dt="2020-04-05T19:56:13.869" v="806" actId="1076"/>
          <ac:picMkLst>
            <pc:docMk/>
            <pc:sldMk cId="1792390090" sldId="284"/>
            <ac:picMk id="4098" creationId="{E4A8A2CB-C643-4840-8B91-267A34F97119}"/>
          </ac:picMkLst>
        </pc:picChg>
        <pc:picChg chg="add mod">
          <ac:chgData name="Csaba Lamfalusi" userId="cbc279de-7f57-4534-a6c5-8d01537d4a9e" providerId="ADAL" clId="{95355E02-ECE3-4FCD-AD74-20680A93A642}" dt="2020-04-05T19:56:24.964" v="811" actId="1076"/>
          <ac:picMkLst>
            <pc:docMk/>
            <pc:sldMk cId="1792390090" sldId="284"/>
            <ac:picMk id="4100" creationId="{3696C39F-DBA2-4026-B6AC-8AF6D7559A25}"/>
          </ac:picMkLst>
        </pc:picChg>
      </pc:sldChg>
      <pc:sldChg chg="delSp modSp add">
        <pc:chgData name="Csaba Lamfalusi" userId="cbc279de-7f57-4534-a6c5-8d01537d4a9e" providerId="ADAL" clId="{95355E02-ECE3-4FCD-AD74-20680A93A642}" dt="2020-04-05T20:02:35.287" v="828"/>
        <pc:sldMkLst>
          <pc:docMk/>
          <pc:sldMk cId="1587202867" sldId="285"/>
        </pc:sldMkLst>
        <pc:spChg chg="mod">
          <ac:chgData name="Csaba Lamfalusi" userId="cbc279de-7f57-4534-a6c5-8d01537d4a9e" providerId="ADAL" clId="{95355E02-ECE3-4FCD-AD74-20680A93A642}" dt="2020-04-05T20:02:27.394" v="826"/>
          <ac:spMkLst>
            <pc:docMk/>
            <pc:sldMk cId="1587202867" sldId="285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0:02:16.103" v="823"/>
          <ac:spMkLst>
            <pc:docMk/>
            <pc:sldMk cId="1587202867" sldId="285"/>
            <ac:spMk id="11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0:02:35.287" v="828"/>
          <ac:spMkLst>
            <pc:docMk/>
            <pc:sldMk cId="1587202867" sldId="285"/>
            <ac:spMk id="12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0:02:19.812" v="824"/>
          <ac:spMkLst>
            <pc:docMk/>
            <pc:sldMk cId="1587202867" sldId="285"/>
            <ac:spMk id="13" creationId="{00000000-0000-0000-0000-000000000000}"/>
          </ac:spMkLst>
        </pc:spChg>
        <pc:picChg chg="del">
          <ac:chgData name="Csaba Lamfalusi" userId="cbc279de-7f57-4534-a6c5-8d01537d4a9e" providerId="ADAL" clId="{95355E02-ECE3-4FCD-AD74-20680A93A642}" dt="2020-04-05T20:01:50.789" v="817" actId="478"/>
          <ac:picMkLst>
            <pc:docMk/>
            <pc:sldMk cId="1587202867" sldId="285"/>
            <ac:picMk id="8" creationId="{5DC4DE3B-35FF-467B-8F09-A8F330872989}"/>
          </ac:picMkLst>
        </pc:picChg>
        <pc:picChg chg="del">
          <ac:chgData name="Csaba Lamfalusi" userId="cbc279de-7f57-4534-a6c5-8d01537d4a9e" providerId="ADAL" clId="{95355E02-ECE3-4FCD-AD74-20680A93A642}" dt="2020-04-05T20:01:52.412" v="819" actId="478"/>
          <ac:picMkLst>
            <pc:docMk/>
            <pc:sldMk cId="1587202867" sldId="285"/>
            <ac:picMk id="9" creationId="{AEF6E2BC-CBF3-46E8-80B8-D5442C0CC569}"/>
          </ac:picMkLst>
        </pc:picChg>
        <pc:picChg chg="del">
          <ac:chgData name="Csaba Lamfalusi" userId="cbc279de-7f57-4534-a6c5-8d01537d4a9e" providerId="ADAL" clId="{95355E02-ECE3-4FCD-AD74-20680A93A642}" dt="2020-04-05T20:01:51.369" v="818" actId="478"/>
          <ac:picMkLst>
            <pc:docMk/>
            <pc:sldMk cId="1587202867" sldId="285"/>
            <ac:picMk id="10" creationId="{8ACEAF67-767F-4B01-86C3-CC44716D07C0}"/>
          </ac:picMkLst>
        </pc:picChg>
        <pc:picChg chg="del">
          <ac:chgData name="Csaba Lamfalusi" userId="cbc279de-7f57-4534-a6c5-8d01537d4a9e" providerId="ADAL" clId="{95355E02-ECE3-4FCD-AD74-20680A93A642}" dt="2020-04-05T20:01:53.164" v="820" actId="478"/>
          <ac:picMkLst>
            <pc:docMk/>
            <pc:sldMk cId="1587202867" sldId="285"/>
            <ac:picMk id="4098" creationId="{E4A8A2CB-C643-4840-8B91-267A34F97119}"/>
          </ac:picMkLst>
        </pc:picChg>
        <pc:picChg chg="del">
          <ac:chgData name="Csaba Lamfalusi" userId="cbc279de-7f57-4534-a6c5-8d01537d4a9e" providerId="ADAL" clId="{95355E02-ECE3-4FCD-AD74-20680A93A642}" dt="2020-04-05T20:01:54.176" v="821" actId="478"/>
          <ac:picMkLst>
            <pc:docMk/>
            <pc:sldMk cId="1587202867" sldId="285"/>
            <ac:picMk id="4100" creationId="{3696C39F-DBA2-4026-B6AC-8AF6D7559A25}"/>
          </ac:picMkLst>
        </pc:picChg>
      </pc:sldChg>
      <pc:sldChg chg="delSp modSp add del mod">
        <pc:chgData name="Csaba Lamfalusi" userId="cbc279de-7f57-4534-a6c5-8d01537d4a9e" providerId="ADAL" clId="{95355E02-ECE3-4FCD-AD74-20680A93A642}" dt="2020-04-05T20:21:26.539" v="958" actId="47"/>
        <pc:sldMkLst>
          <pc:docMk/>
          <pc:sldMk cId="2852708954" sldId="286"/>
        </pc:sldMkLst>
        <pc:spChg chg="mod">
          <ac:chgData name="Csaba Lamfalusi" userId="cbc279de-7f57-4534-a6c5-8d01537d4a9e" providerId="ADAL" clId="{95355E02-ECE3-4FCD-AD74-20680A93A642}" dt="2020-04-05T20:12:23.988" v="844"/>
          <ac:spMkLst>
            <pc:docMk/>
            <pc:sldMk cId="2852708954" sldId="286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0:12:40.278" v="850" actId="20577"/>
          <ac:spMkLst>
            <pc:docMk/>
            <pc:sldMk cId="2852708954" sldId="286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0:13:07.462" v="856" actId="1076"/>
          <ac:spMkLst>
            <pc:docMk/>
            <pc:sldMk cId="2852708954" sldId="286"/>
            <ac:spMk id="8" creationId="{5950431D-E0EF-4204-8939-72554A88B94A}"/>
          </ac:spMkLst>
        </pc:spChg>
        <pc:spChg chg="mod">
          <ac:chgData name="Csaba Lamfalusi" userId="cbc279de-7f57-4534-a6c5-8d01537d4a9e" providerId="ADAL" clId="{95355E02-ECE3-4FCD-AD74-20680A93A642}" dt="2020-04-05T20:13:01.834" v="855"/>
          <ac:spMkLst>
            <pc:docMk/>
            <pc:sldMk cId="2852708954" sldId="286"/>
            <ac:spMk id="9" creationId="{D4E5D8C5-C811-4754-A801-62D5E0826244}"/>
          </ac:spMkLst>
        </pc:spChg>
        <pc:spChg chg="mod">
          <ac:chgData name="Csaba Lamfalusi" userId="cbc279de-7f57-4534-a6c5-8d01537d4a9e" providerId="ADAL" clId="{95355E02-ECE3-4FCD-AD74-20680A93A642}" dt="2020-04-05T20:12:30.833" v="846"/>
          <ac:spMkLst>
            <pc:docMk/>
            <pc:sldMk cId="2852708954" sldId="286"/>
            <ac:spMk id="11" creationId="{00000000-0000-0000-0000-000000000000}"/>
          </ac:spMkLst>
        </pc:spChg>
        <pc:picChg chg="del">
          <ac:chgData name="Csaba Lamfalusi" userId="cbc279de-7f57-4534-a6c5-8d01537d4a9e" providerId="ADAL" clId="{95355E02-ECE3-4FCD-AD74-20680A93A642}" dt="2020-04-05T20:13:13.651" v="857" actId="478"/>
          <ac:picMkLst>
            <pc:docMk/>
            <pc:sldMk cId="2852708954" sldId="286"/>
            <ac:picMk id="14" creationId="{6BF5A7AF-EDE8-4E5D-BB15-4402BBEB557B}"/>
          </ac:picMkLst>
        </pc:picChg>
      </pc:sldChg>
      <pc:sldChg chg="addSp delSp modSp add mod">
        <pc:chgData name="Csaba Lamfalusi" userId="cbc279de-7f57-4534-a6c5-8d01537d4a9e" providerId="ADAL" clId="{95355E02-ECE3-4FCD-AD74-20680A93A642}" dt="2020-04-05T20:21:01.005" v="957" actId="1076"/>
        <pc:sldMkLst>
          <pc:docMk/>
          <pc:sldMk cId="2569663815" sldId="287"/>
        </pc:sldMkLst>
        <pc:spChg chg="mod">
          <ac:chgData name="Csaba Lamfalusi" userId="cbc279de-7f57-4534-a6c5-8d01537d4a9e" providerId="ADAL" clId="{95355E02-ECE3-4FCD-AD74-20680A93A642}" dt="2020-04-05T20:15:28.515" v="916" actId="20577"/>
          <ac:spMkLst>
            <pc:docMk/>
            <pc:sldMk cId="2569663815" sldId="287"/>
            <ac:spMk id="3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20:14:18.116" v="894" actId="478"/>
          <ac:spMkLst>
            <pc:docMk/>
            <pc:sldMk cId="2569663815" sldId="287"/>
            <ac:spMk id="4" creationId="{00000000-0000-0000-0000-000000000000}"/>
          </ac:spMkLst>
        </pc:spChg>
        <pc:spChg chg="add del mod">
          <ac:chgData name="Csaba Lamfalusi" userId="cbc279de-7f57-4534-a6c5-8d01537d4a9e" providerId="ADAL" clId="{95355E02-ECE3-4FCD-AD74-20680A93A642}" dt="2020-04-05T20:14:26.254" v="897" actId="478"/>
          <ac:spMkLst>
            <pc:docMk/>
            <pc:sldMk cId="2569663815" sldId="287"/>
            <ac:spMk id="6" creationId="{B6493AE6-2B2E-4A86-9149-1B93D65C24C3}"/>
          </ac:spMkLst>
        </pc:spChg>
        <pc:spChg chg="add del mod">
          <ac:chgData name="Csaba Lamfalusi" userId="cbc279de-7f57-4534-a6c5-8d01537d4a9e" providerId="ADAL" clId="{95355E02-ECE3-4FCD-AD74-20680A93A642}" dt="2020-04-05T20:14:26.254" v="897" actId="478"/>
          <ac:spMkLst>
            <pc:docMk/>
            <pc:sldMk cId="2569663815" sldId="287"/>
            <ac:spMk id="8" creationId="{00DC7279-FF12-422F-B531-E8074697B1B9}"/>
          </ac:spMkLst>
        </pc:spChg>
        <pc:spChg chg="add del mod">
          <ac:chgData name="Csaba Lamfalusi" userId="cbc279de-7f57-4534-a6c5-8d01537d4a9e" providerId="ADAL" clId="{95355E02-ECE3-4FCD-AD74-20680A93A642}" dt="2020-04-05T20:14:26.254" v="897" actId="478"/>
          <ac:spMkLst>
            <pc:docMk/>
            <pc:sldMk cId="2569663815" sldId="287"/>
            <ac:spMk id="10" creationId="{58944C66-30EA-498E-AA62-0ABA2CD1D93D}"/>
          </ac:spMkLst>
        </pc:spChg>
        <pc:spChg chg="del">
          <ac:chgData name="Csaba Lamfalusi" userId="cbc279de-7f57-4534-a6c5-8d01537d4a9e" providerId="ADAL" clId="{95355E02-ECE3-4FCD-AD74-20680A93A642}" dt="2020-04-05T20:14:18.116" v="894" actId="478"/>
          <ac:spMkLst>
            <pc:docMk/>
            <pc:sldMk cId="2569663815" sldId="287"/>
            <ac:spMk id="11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20:14:18.116" v="894" actId="478"/>
          <ac:spMkLst>
            <pc:docMk/>
            <pc:sldMk cId="2569663815" sldId="287"/>
            <ac:spMk id="12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20:14:18.116" v="894" actId="478"/>
          <ac:spMkLst>
            <pc:docMk/>
            <pc:sldMk cId="2569663815" sldId="287"/>
            <ac:spMk id="13" creationId="{00000000-0000-0000-0000-000000000000}"/>
          </ac:spMkLst>
        </pc:spChg>
        <pc:spChg chg="add del mod">
          <ac:chgData name="Csaba Lamfalusi" userId="cbc279de-7f57-4534-a6c5-8d01537d4a9e" providerId="ADAL" clId="{95355E02-ECE3-4FCD-AD74-20680A93A642}" dt="2020-04-05T20:14:26.254" v="897" actId="478"/>
          <ac:spMkLst>
            <pc:docMk/>
            <pc:sldMk cId="2569663815" sldId="287"/>
            <ac:spMk id="15" creationId="{1A68B211-2A4A-4783-855E-BB01CB4E6A86}"/>
          </ac:spMkLst>
        </pc:spChg>
        <pc:spChg chg="add del">
          <ac:chgData name="Csaba Lamfalusi" userId="cbc279de-7f57-4534-a6c5-8d01537d4a9e" providerId="ADAL" clId="{95355E02-ECE3-4FCD-AD74-20680A93A642}" dt="2020-04-05T20:14:22.584" v="896"/>
          <ac:spMkLst>
            <pc:docMk/>
            <pc:sldMk cId="2569663815" sldId="287"/>
            <ac:spMk id="16" creationId="{2122CFC4-C5FB-46AC-88B0-5D9E4C017F4A}"/>
          </ac:spMkLst>
        </pc:spChg>
        <pc:spChg chg="add del">
          <ac:chgData name="Csaba Lamfalusi" userId="cbc279de-7f57-4534-a6c5-8d01537d4a9e" providerId="ADAL" clId="{95355E02-ECE3-4FCD-AD74-20680A93A642}" dt="2020-04-05T20:14:22.584" v="896"/>
          <ac:spMkLst>
            <pc:docMk/>
            <pc:sldMk cId="2569663815" sldId="287"/>
            <ac:spMk id="17" creationId="{2050C341-CD22-4C3F-8B8B-FD19D86BC21C}"/>
          </ac:spMkLst>
        </pc:spChg>
        <pc:spChg chg="add del">
          <ac:chgData name="Csaba Lamfalusi" userId="cbc279de-7f57-4534-a6c5-8d01537d4a9e" providerId="ADAL" clId="{95355E02-ECE3-4FCD-AD74-20680A93A642}" dt="2020-04-05T20:14:22.584" v="896"/>
          <ac:spMkLst>
            <pc:docMk/>
            <pc:sldMk cId="2569663815" sldId="287"/>
            <ac:spMk id="18" creationId="{F8BB70EA-13D1-430D-BD72-A51268D7537D}"/>
          </ac:spMkLst>
        </pc:spChg>
        <pc:spChg chg="add del">
          <ac:chgData name="Csaba Lamfalusi" userId="cbc279de-7f57-4534-a6c5-8d01537d4a9e" providerId="ADAL" clId="{95355E02-ECE3-4FCD-AD74-20680A93A642}" dt="2020-04-05T20:14:22.584" v="896"/>
          <ac:spMkLst>
            <pc:docMk/>
            <pc:sldMk cId="2569663815" sldId="287"/>
            <ac:spMk id="19" creationId="{35A65F7E-39B1-4F80-A417-8CB2CD9C4B85}"/>
          </ac:spMkLst>
        </pc:spChg>
        <pc:spChg chg="add">
          <ac:chgData name="Csaba Lamfalusi" userId="cbc279de-7f57-4534-a6c5-8d01537d4a9e" providerId="ADAL" clId="{95355E02-ECE3-4FCD-AD74-20680A93A642}" dt="2020-04-05T20:14:27.759" v="898"/>
          <ac:spMkLst>
            <pc:docMk/>
            <pc:sldMk cId="2569663815" sldId="287"/>
            <ac:spMk id="20" creationId="{6B5B1895-01EE-4426-BB19-5AB80E885257}"/>
          </ac:spMkLst>
        </pc:spChg>
        <pc:spChg chg="add del mod">
          <ac:chgData name="Csaba Lamfalusi" userId="cbc279de-7f57-4534-a6c5-8d01537d4a9e" providerId="ADAL" clId="{95355E02-ECE3-4FCD-AD74-20680A93A642}" dt="2020-04-05T20:14:49.438" v="901" actId="478"/>
          <ac:spMkLst>
            <pc:docMk/>
            <pc:sldMk cId="2569663815" sldId="287"/>
            <ac:spMk id="21" creationId="{86F8771B-28A1-43EF-8BDA-BAA70B96839C}"/>
          </ac:spMkLst>
        </pc:spChg>
        <pc:spChg chg="add">
          <ac:chgData name="Csaba Lamfalusi" userId="cbc279de-7f57-4534-a6c5-8d01537d4a9e" providerId="ADAL" clId="{95355E02-ECE3-4FCD-AD74-20680A93A642}" dt="2020-04-05T20:14:27.759" v="898"/>
          <ac:spMkLst>
            <pc:docMk/>
            <pc:sldMk cId="2569663815" sldId="287"/>
            <ac:spMk id="22" creationId="{A32828F7-03A6-4811-A508-34C5DAB75C41}"/>
          </ac:spMkLst>
        </pc:spChg>
        <pc:spChg chg="add">
          <ac:chgData name="Csaba Lamfalusi" userId="cbc279de-7f57-4534-a6c5-8d01537d4a9e" providerId="ADAL" clId="{95355E02-ECE3-4FCD-AD74-20680A93A642}" dt="2020-04-05T20:14:27.759" v="898"/>
          <ac:spMkLst>
            <pc:docMk/>
            <pc:sldMk cId="2569663815" sldId="287"/>
            <ac:spMk id="23" creationId="{B35B1C90-8050-4671-86BB-A24F294E905F}"/>
          </ac:spMkLst>
        </pc:spChg>
        <pc:spChg chg="add mod">
          <ac:chgData name="Csaba Lamfalusi" userId="cbc279de-7f57-4534-a6c5-8d01537d4a9e" providerId="ADAL" clId="{95355E02-ECE3-4FCD-AD74-20680A93A642}" dt="2020-04-05T20:15:03.273" v="905"/>
          <ac:spMkLst>
            <pc:docMk/>
            <pc:sldMk cId="2569663815" sldId="287"/>
            <ac:spMk id="24" creationId="{315BA6B7-DF73-4090-917D-156579DCC554}"/>
          </ac:spMkLst>
        </pc:spChg>
        <pc:spChg chg="add mod">
          <ac:chgData name="Csaba Lamfalusi" userId="cbc279de-7f57-4534-a6c5-8d01537d4a9e" providerId="ADAL" clId="{95355E02-ECE3-4FCD-AD74-20680A93A642}" dt="2020-04-05T20:16:16.443" v="928" actId="20577"/>
          <ac:spMkLst>
            <pc:docMk/>
            <pc:sldMk cId="2569663815" sldId="287"/>
            <ac:spMk id="25" creationId="{93CC3543-CD5D-4503-98EA-41F91AD09086}"/>
          </ac:spMkLst>
        </pc:spChg>
        <pc:spChg chg="add mod">
          <ac:chgData name="Csaba Lamfalusi" userId="cbc279de-7f57-4534-a6c5-8d01537d4a9e" providerId="ADAL" clId="{95355E02-ECE3-4FCD-AD74-20680A93A642}" dt="2020-04-05T20:16:00.329" v="922" actId="20577"/>
          <ac:spMkLst>
            <pc:docMk/>
            <pc:sldMk cId="2569663815" sldId="287"/>
            <ac:spMk id="26" creationId="{6CF3BCA5-F5EF-41CD-B903-611B1785947F}"/>
          </ac:spMkLst>
        </pc:spChg>
        <pc:spChg chg="add mod">
          <ac:chgData name="Csaba Lamfalusi" userId="cbc279de-7f57-4534-a6c5-8d01537d4a9e" providerId="ADAL" clId="{95355E02-ECE3-4FCD-AD74-20680A93A642}" dt="2020-04-05T20:17:46.449" v="940" actId="113"/>
          <ac:spMkLst>
            <pc:docMk/>
            <pc:sldMk cId="2569663815" sldId="287"/>
            <ac:spMk id="27" creationId="{9211CA3E-4C00-476C-940B-64C81280E2E6}"/>
          </ac:spMkLst>
        </pc:spChg>
        <pc:spChg chg="add mod">
          <ac:chgData name="Csaba Lamfalusi" userId="cbc279de-7f57-4534-a6c5-8d01537d4a9e" providerId="ADAL" clId="{95355E02-ECE3-4FCD-AD74-20680A93A642}" dt="2020-04-05T20:17:24.930" v="932"/>
          <ac:spMkLst>
            <pc:docMk/>
            <pc:sldMk cId="2569663815" sldId="287"/>
            <ac:spMk id="28" creationId="{7B7119C0-1B87-4FC1-9D7D-6D0036ED3E0F}"/>
          </ac:spMkLst>
        </pc:spChg>
        <pc:picChg chg="add del mod">
          <ac:chgData name="Csaba Lamfalusi" userId="cbc279de-7f57-4534-a6c5-8d01537d4a9e" providerId="ADAL" clId="{95355E02-ECE3-4FCD-AD74-20680A93A642}" dt="2020-04-05T20:19:39.047" v="946" actId="478"/>
          <ac:picMkLst>
            <pc:docMk/>
            <pc:sldMk cId="2569663815" sldId="287"/>
            <ac:picMk id="9218" creationId="{92599ED5-343D-45D5-A19B-3DF5711C1BF1}"/>
          </ac:picMkLst>
        </pc:picChg>
        <pc:picChg chg="add mod">
          <ac:chgData name="Csaba Lamfalusi" userId="cbc279de-7f57-4534-a6c5-8d01537d4a9e" providerId="ADAL" clId="{95355E02-ECE3-4FCD-AD74-20680A93A642}" dt="2020-04-05T20:21:01.005" v="957" actId="1076"/>
          <ac:picMkLst>
            <pc:docMk/>
            <pc:sldMk cId="2569663815" sldId="287"/>
            <ac:picMk id="9220" creationId="{87177E1E-1C6C-445B-9CB2-19BE8F1F4180}"/>
          </ac:picMkLst>
        </pc:picChg>
      </pc:sldChg>
      <pc:sldChg chg="addSp delSp modSp add mod modAnim">
        <pc:chgData name="Csaba Lamfalusi" userId="cbc279de-7f57-4534-a6c5-8d01537d4a9e" providerId="ADAL" clId="{95355E02-ECE3-4FCD-AD74-20680A93A642}" dt="2020-04-06T17:51:53.967" v="2605" actId="14100"/>
        <pc:sldMkLst>
          <pc:docMk/>
          <pc:sldMk cId="4012507085" sldId="288"/>
        </pc:sldMkLst>
        <pc:spChg chg="mod">
          <ac:chgData name="Csaba Lamfalusi" userId="cbc279de-7f57-4534-a6c5-8d01537d4a9e" providerId="ADAL" clId="{95355E02-ECE3-4FCD-AD74-20680A93A642}" dt="2020-04-05T20:23:00.426" v="961"/>
          <ac:spMkLst>
            <pc:docMk/>
            <pc:sldMk cId="4012507085" sldId="288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0:25:36.434" v="989"/>
          <ac:spMkLst>
            <pc:docMk/>
            <pc:sldMk cId="4012507085" sldId="288"/>
            <ac:spMk id="20" creationId="{6B5B1895-01EE-4426-BB19-5AB80E885257}"/>
          </ac:spMkLst>
        </pc:spChg>
        <pc:spChg chg="mod">
          <ac:chgData name="Csaba Lamfalusi" userId="cbc279de-7f57-4534-a6c5-8d01537d4a9e" providerId="ADAL" clId="{95355E02-ECE3-4FCD-AD74-20680A93A642}" dt="2020-04-05T20:26:50.928" v="1031" actId="20577"/>
          <ac:spMkLst>
            <pc:docMk/>
            <pc:sldMk cId="4012507085" sldId="288"/>
            <ac:spMk id="22" creationId="{A32828F7-03A6-4811-A508-34C5DAB75C41}"/>
          </ac:spMkLst>
        </pc:spChg>
        <pc:spChg chg="mod">
          <ac:chgData name="Csaba Lamfalusi" userId="cbc279de-7f57-4534-a6c5-8d01537d4a9e" providerId="ADAL" clId="{95355E02-ECE3-4FCD-AD74-20680A93A642}" dt="2020-04-05T20:26:26.211" v="1003" actId="20577"/>
          <ac:spMkLst>
            <pc:docMk/>
            <pc:sldMk cId="4012507085" sldId="288"/>
            <ac:spMk id="23" creationId="{B35B1C90-8050-4671-86BB-A24F294E905F}"/>
          </ac:spMkLst>
        </pc:spChg>
        <pc:spChg chg="mod">
          <ac:chgData name="Csaba Lamfalusi" userId="cbc279de-7f57-4534-a6c5-8d01537d4a9e" providerId="ADAL" clId="{95355E02-ECE3-4FCD-AD74-20680A93A642}" dt="2020-04-05T20:25:25.272" v="987" actId="6549"/>
          <ac:spMkLst>
            <pc:docMk/>
            <pc:sldMk cId="4012507085" sldId="288"/>
            <ac:spMk id="24" creationId="{315BA6B7-DF73-4090-917D-156579DCC554}"/>
          </ac:spMkLst>
        </pc:spChg>
        <pc:spChg chg="mod">
          <ac:chgData name="Csaba Lamfalusi" userId="cbc279de-7f57-4534-a6c5-8d01537d4a9e" providerId="ADAL" clId="{95355E02-ECE3-4FCD-AD74-20680A93A642}" dt="2020-04-05T20:28:08.110" v="1113" actId="14100"/>
          <ac:spMkLst>
            <pc:docMk/>
            <pc:sldMk cId="4012507085" sldId="288"/>
            <ac:spMk id="25" creationId="{93CC3543-CD5D-4503-98EA-41F91AD09086}"/>
          </ac:spMkLst>
        </pc:spChg>
        <pc:spChg chg="mod">
          <ac:chgData name="Csaba Lamfalusi" userId="cbc279de-7f57-4534-a6c5-8d01537d4a9e" providerId="ADAL" clId="{95355E02-ECE3-4FCD-AD74-20680A93A642}" dt="2020-04-05T20:27:09.140" v="1057" actId="20577"/>
          <ac:spMkLst>
            <pc:docMk/>
            <pc:sldMk cId="4012507085" sldId="288"/>
            <ac:spMk id="26" creationId="{6CF3BCA5-F5EF-41CD-B903-611B1785947F}"/>
          </ac:spMkLst>
        </pc:spChg>
        <pc:spChg chg="del">
          <ac:chgData name="Csaba Lamfalusi" userId="cbc279de-7f57-4534-a6c5-8d01537d4a9e" providerId="ADAL" clId="{95355E02-ECE3-4FCD-AD74-20680A93A642}" dt="2020-04-05T20:27:15.514" v="1058" actId="478"/>
          <ac:spMkLst>
            <pc:docMk/>
            <pc:sldMk cId="4012507085" sldId="288"/>
            <ac:spMk id="27" creationId="{9211CA3E-4C00-476C-940B-64C81280E2E6}"/>
          </ac:spMkLst>
        </pc:spChg>
        <pc:spChg chg="del">
          <ac:chgData name="Csaba Lamfalusi" userId="cbc279de-7f57-4534-a6c5-8d01537d4a9e" providerId="ADAL" clId="{95355E02-ECE3-4FCD-AD74-20680A93A642}" dt="2020-04-05T20:27:15.514" v="1058" actId="478"/>
          <ac:spMkLst>
            <pc:docMk/>
            <pc:sldMk cId="4012507085" sldId="288"/>
            <ac:spMk id="28" creationId="{7B7119C0-1B87-4FC1-9D7D-6D0036ED3E0F}"/>
          </ac:spMkLst>
        </pc:spChg>
        <pc:picChg chg="add mod modCrop">
          <ac:chgData name="Csaba Lamfalusi" userId="cbc279de-7f57-4534-a6c5-8d01537d4a9e" providerId="ADAL" clId="{95355E02-ECE3-4FCD-AD74-20680A93A642}" dt="2020-04-06T17:47:13.911" v="2577" actId="1076"/>
          <ac:picMkLst>
            <pc:docMk/>
            <pc:sldMk cId="4012507085" sldId="288"/>
            <ac:picMk id="4" creationId="{1392F9B5-04BF-4EEE-AD4B-A78815D7B2FA}"/>
          </ac:picMkLst>
        </pc:picChg>
        <pc:picChg chg="add mod">
          <ac:chgData name="Csaba Lamfalusi" userId="cbc279de-7f57-4534-a6c5-8d01537d4a9e" providerId="ADAL" clId="{95355E02-ECE3-4FCD-AD74-20680A93A642}" dt="2020-04-06T17:51:53.967" v="2605" actId="14100"/>
          <ac:picMkLst>
            <pc:docMk/>
            <pc:sldMk cId="4012507085" sldId="288"/>
            <ac:picMk id="6" creationId="{6E1B767A-9E30-4BD9-A6EE-3838FD359DE5}"/>
          </ac:picMkLst>
        </pc:picChg>
        <pc:picChg chg="add del mod">
          <ac:chgData name="Csaba Lamfalusi" userId="cbc279de-7f57-4534-a6c5-8d01537d4a9e" providerId="ADAL" clId="{95355E02-ECE3-4FCD-AD74-20680A93A642}" dt="2020-04-06T17:46:28.471" v="2567" actId="478"/>
          <ac:picMkLst>
            <pc:docMk/>
            <pc:sldMk cId="4012507085" sldId="288"/>
            <ac:picMk id="1026" creationId="{5AF5A028-7A2F-41E3-BC6B-171BB97631F1}"/>
          </ac:picMkLst>
        </pc:picChg>
        <pc:picChg chg="del">
          <ac:chgData name="Csaba Lamfalusi" userId="cbc279de-7f57-4534-a6c5-8d01537d4a9e" providerId="ADAL" clId="{95355E02-ECE3-4FCD-AD74-20680A93A642}" dt="2020-04-05T20:27:17.658" v="1059" actId="478"/>
          <ac:picMkLst>
            <pc:docMk/>
            <pc:sldMk cId="4012507085" sldId="288"/>
            <ac:picMk id="9220" creationId="{87177E1E-1C6C-445B-9CB2-19BE8F1F4180}"/>
          </ac:picMkLst>
        </pc:picChg>
      </pc:sldChg>
      <pc:sldChg chg="addSp modSp add mod">
        <pc:chgData name="Csaba Lamfalusi" userId="cbc279de-7f57-4534-a6c5-8d01537d4a9e" providerId="ADAL" clId="{95355E02-ECE3-4FCD-AD74-20680A93A642}" dt="2020-04-06T17:58:12.691" v="2615" actId="113"/>
        <pc:sldMkLst>
          <pc:docMk/>
          <pc:sldMk cId="1542569863" sldId="289"/>
        </pc:sldMkLst>
        <pc:spChg chg="mod">
          <ac:chgData name="Csaba Lamfalusi" userId="cbc279de-7f57-4534-a6c5-8d01537d4a9e" providerId="ADAL" clId="{95355E02-ECE3-4FCD-AD74-20680A93A642}" dt="2020-04-05T20:29:43.994" v="1116"/>
          <ac:spMkLst>
            <pc:docMk/>
            <pc:sldMk cId="1542569863" sldId="289"/>
            <ac:spMk id="3" creationId="{00000000-0000-0000-0000-000000000000}"/>
          </ac:spMkLst>
        </pc:spChg>
        <pc:spChg chg="add mod">
          <ac:chgData name="Csaba Lamfalusi" userId="cbc279de-7f57-4534-a6c5-8d01537d4a9e" providerId="ADAL" clId="{95355E02-ECE3-4FCD-AD74-20680A93A642}" dt="2020-04-05T20:34:39.806" v="1195" actId="14100"/>
          <ac:spMkLst>
            <pc:docMk/>
            <pc:sldMk cId="1542569863" sldId="289"/>
            <ac:spMk id="10" creationId="{A5B05AAC-BEB3-4F8E-AFB4-DA249F239F63}"/>
          </ac:spMkLst>
        </pc:spChg>
        <pc:spChg chg="add mod">
          <ac:chgData name="Csaba Lamfalusi" userId="cbc279de-7f57-4534-a6c5-8d01537d4a9e" providerId="ADAL" clId="{95355E02-ECE3-4FCD-AD74-20680A93A642}" dt="2020-04-05T20:33:50.189" v="1184" actId="20577"/>
          <ac:spMkLst>
            <pc:docMk/>
            <pc:sldMk cId="1542569863" sldId="289"/>
            <ac:spMk id="11" creationId="{892672F7-F3D5-4A49-A121-EA44159DA5AD}"/>
          </ac:spMkLst>
        </pc:spChg>
        <pc:spChg chg="mod">
          <ac:chgData name="Csaba Lamfalusi" userId="cbc279de-7f57-4534-a6c5-8d01537d4a9e" providerId="ADAL" clId="{95355E02-ECE3-4FCD-AD74-20680A93A642}" dt="2020-04-05T20:31:08.413" v="1141" actId="2711"/>
          <ac:spMkLst>
            <pc:docMk/>
            <pc:sldMk cId="1542569863" sldId="289"/>
            <ac:spMk id="20" creationId="{6B5B1895-01EE-4426-BB19-5AB80E885257}"/>
          </ac:spMkLst>
        </pc:spChg>
        <pc:spChg chg="mod">
          <ac:chgData name="Csaba Lamfalusi" userId="cbc279de-7f57-4534-a6c5-8d01537d4a9e" providerId="ADAL" clId="{95355E02-ECE3-4FCD-AD74-20680A93A642}" dt="2020-04-05T21:26:16.453" v="1201" actId="20577"/>
          <ac:spMkLst>
            <pc:docMk/>
            <pc:sldMk cId="1542569863" sldId="289"/>
            <ac:spMk id="22" creationId="{A32828F7-03A6-4811-A508-34C5DAB75C41}"/>
          </ac:spMkLst>
        </pc:spChg>
        <pc:spChg chg="mod">
          <ac:chgData name="Csaba Lamfalusi" userId="cbc279de-7f57-4534-a6c5-8d01537d4a9e" providerId="ADAL" clId="{95355E02-ECE3-4FCD-AD74-20680A93A642}" dt="2020-04-05T20:32:30.206" v="1149"/>
          <ac:spMkLst>
            <pc:docMk/>
            <pc:sldMk cId="1542569863" sldId="289"/>
            <ac:spMk id="23" creationId="{B35B1C90-8050-4671-86BB-A24F294E905F}"/>
          </ac:spMkLst>
        </pc:spChg>
        <pc:spChg chg="mod">
          <ac:chgData name="Csaba Lamfalusi" userId="cbc279de-7f57-4534-a6c5-8d01537d4a9e" providerId="ADAL" clId="{95355E02-ECE3-4FCD-AD74-20680A93A642}" dt="2020-04-05T20:30:06.308" v="1138" actId="20577"/>
          <ac:spMkLst>
            <pc:docMk/>
            <pc:sldMk cId="1542569863" sldId="289"/>
            <ac:spMk id="24" creationId="{315BA6B7-DF73-4090-917D-156579DCC554}"/>
          </ac:spMkLst>
        </pc:spChg>
        <pc:spChg chg="mod">
          <ac:chgData name="Csaba Lamfalusi" userId="cbc279de-7f57-4534-a6c5-8d01537d4a9e" providerId="ADAL" clId="{95355E02-ECE3-4FCD-AD74-20680A93A642}" dt="2020-04-06T17:58:12.691" v="2615" actId="113"/>
          <ac:spMkLst>
            <pc:docMk/>
            <pc:sldMk cId="1542569863" sldId="289"/>
            <ac:spMk id="25" creationId="{93CC3543-CD5D-4503-98EA-41F91AD09086}"/>
          </ac:spMkLst>
        </pc:spChg>
        <pc:spChg chg="mod">
          <ac:chgData name="Csaba Lamfalusi" userId="cbc279de-7f57-4534-a6c5-8d01537d4a9e" providerId="ADAL" clId="{95355E02-ECE3-4FCD-AD74-20680A93A642}" dt="2020-04-05T20:33:07.398" v="1156"/>
          <ac:spMkLst>
            <pc:docMk/>
            <pc:sldMk cId="1542569863" sldId="289"/>
            <ac:spMk id="26" creationId="{6CF3BCA5-F5EF-41CD-B903-611B1785947F}"/>
          </ac:spMkLst>
        </pc:spChg>
      </pc:sldChg>
      <pc:sldChg chg="addSp delSp modSp add mod ord">
        <pc:chgData name="Csaba Lamfalusi" userId="cbc279de-7f57-4534-a6c5-8d01537d4a9e" providerId="ADAL" clId="{95355E02-ECE3-4FCD-AD74-20680A93A642}" dt="2020-04-06T18:26:08.978" v="2701" actId="20577"/>
        <pc:sldMkLst>
          <pc:docMk/>
          <pc:sldMk cId="589477552" sldId="290"/>
        </pc:sldMkLst>
        <pc:spChg chg="add del mod">
          <ac:chgData name="Csaba Lamfalusi" userId="cbc279de-7f57-4534-a6c5-8d01537d4a9e" providerId="ADAL" clId="{95355E02-ECE3-4FCD-AD74-20680A93A642}" dt="2020-04-05T21:29:46.808" v="1256"/>
          <ac:spMkLst>
            <pc:docMk/>
            <pc:sldMk cId="589477552" sldId="290"/>
            <ac:spMk id="2" creationId="{700ED244-E5FB-4C6A-8E5D-72FC62E24D31}"/>
          </ac:spMkLst>
        </pc:spChg>
        <pc:spChg chg="mod">
          <ac:chgData name="Csaba Lamfalusi" userId="cbc279de-7f57-4534-a6c5-8d01537d4a9e" providerId="ADAL" clId="{95355E02-ECE3-4FCD-AD74-20680A93A642}" dt="2020-04-05T21:29:38.067" v="1254" actId="20577"/>
          <ac:spMkLst>
            <pc:docMk/>
            <pc:sldMk cId="589477552" sldId="290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30:14.880" v="1265" actId="14100"/>
          <ac:spMkLst>
            <pc:docMk/>
            <pc:sldMk cId="589477552" sldId="290"/>
            <ac:spMk id="4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21:30:04.284" v="1261" actId="478"/>
          <ac:spMkLst>
            <pc:docMk/>
            <pc:sldMk cId="589477552" sldId="290"/>
            <ac:spMk id="8" creationId="{5950431D-E0EF-4204-8939-72554A88B94A}"/>
          </ac:spMkLst>
        </pc:spChg>
        <pc:spChg chg="del mod">
          <ac:chgData name="Csaba Lamfalusi" userId="cbc279de-7f57-4534-a6c5-8d01537d4a9e" providerId="ADAL" clId="{95355E02-ECE3-4FCD-AD74-20680A93A642}" dt="2020-04-05T21:30:03.210" v="1260" actId="478"/>
          <ac:spMkLst>
            <pc:docMk/>
            <pc:sldMk cId="589477552" sldId="290"/>
            <ac:spMk id="9" creationId="{D4E5D8C5-C811-4754-A801-62D5E0826244}"/>
          </ac:spMkLst>
        </pc:spChg>
        <pc:spChg chg="mod">
          <ac:chgData name="Csaba Lamfalusi" userId="cbc279de-7f57-4534-a6c5-8d01537d4a9e" providerId="ADAL" clId="{95355E02-ECE3-4FCD-AD74-20680A93A642}" dt="2020-04-06T18:26:08.978" v="2701" actId="20577"/>
          <ac:spMkLst>
            <pc:docMk/>
            <pc:sldMk cId="589477552" sldId="290"/>
            <ac:spMk id="11" creationId="{00000000-0000-0000-0000-000000000000}"/>
          </ac:spMkLst>
        </pc:spChg>
        <pc:picChg chg="add">
          <ac:chgData name="Csaba Lamfalusi" userId="cbc279de-7f57-4534-a6c5-8d01537d4a9e" providerId="ADAL" clId="{95355E02-ECE3-4FCD-AD74-20680A93A642}" dt="2020-04-05T21:29:46.808" v="1256"/>
          <ac:picMkLst>
            <pc:docMk/>
            <pc:sldMk cId="589477552" sldId="290"/>
            <ac:picMk id="10" creationId="{A1AE1567-05A9-4C3E-883D-EEA412F076ED}"/>
          </ac:picMkLst>
        </pc:picChg>
        <pc:picChg chg="del">
          <ac:chgData name="Csaba Lamfalusi" userId="cbc279de-7f57-4534-a6c5-8d01537d4a9e" providerId="ADAL" clId="{95355E02-ECE3-4FCD-AD74-20680A93A642}" dt="2020-04-05T21:29:41.720" v="1255" actId="478"/>
          <ac:picMkLst>
            <pc:docMk/>
            <pc:sldMk cId="589477552" sldId="290"/>
            <ac:picMk id="1026" creationId="{AF0D20F2-036D-4D8B-BAC5-9CEE7C4F7AEF}"/>
          </ac:picMkLst>
        </pc:picChg>
      </pc:sldChg>
      <pc:sldChg chg="add del">
        <pc:chgData name="Csaba Lamfalusi" userId="cbc279de-7f57-4534-a6c5-8d01537d4a9e" providerId="ADAL" clId="{95355E02-ECE3-4FCD-AD74-20680A93A642}" dt="2020-04-05T21:29:03.524" v="1203"/>
        <pc:sldMkLst>
          <pc:docMk/>
          <pc:sldMk cId="727460117" sldId="290"/>
        </pc:sldMkLst>
      </pc:sldChg>
      <pc:sldChg chg="addSp delSp modSp add mod">
        <pc:chgData name="Csaba Lamfalusi" userId="cbc279de-7f57-4534-a6c5-8d01537d4a9e" providerId="ADAL" clId="{95355E02-ECE3-4FCD-AD74-20680A93A642}" dt="2020-04-06T18:52:41.467" v="2830" actId="1076"/>
        <pc:sldMkLst>
          <pc:docMk/>
          <pc:sldMk cId="3038285077" sldId="291"/>
        </pc:sldMkLst>
        <pc:spChg chg="mod">
          <ac:chgData name="Csaba Lamfalusi" userId="cbc279de-7f57-4534-a6c5-8d01537d4a9e" providerId="ADAL" clId="{95355E02-ECE3-4FCD-AD74-20680A93A642}" dt="2020-04-05T21:32:19.608" v="1301" actId="207"/>
          <ac:spMkLst>
            <pc:docMk/>
            <pc:sldMk cId="3038285077" sldId="291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8:52:38.195" v="2829" actId="1076"/>
          <ac:spMkLst>
            <pc:docMk/>
            <pc:sldMk cId="3038285077" sldId="291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8:52:38.195" v="2829" actId="1076"/>
          <ac:spMkLst>
            <pc:docMk/>
            <pc:sldMk cId="3038285077" sldId="291"/>
            <ac:spMk id="11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8:52:38.195" v="2829" actId="1076"/>
          <ac:spMkLst>
            <pc:docMk/>
            <pc:sldMk cId="3038285077" sldId="291"/>
            <ac:spMk id="12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8:52:38.195" v="2829" actId="1076"/>
          <ac:spMkLst>
            <pc:docMk/>
            <pc:sldMk cId="3038285077" sldId="291"/>
            <ac:spMk id="13" creationId="{00000000-0000-0000-0000-000000000000}"/>
          </ac:spMkLst>
        </pc:spChg>
        <pc:picChg chg="add mod">
          <ac:chgData name="Csaba Lamfalusi" userId="cbc279de-7f57-4534-a6c5-8d01537d4a9e" providerId="ADAL" clId="{95355E02-ECE3-4FCD-AD74-20680A93A642}" dt="2020-04-06T18:52:41.467" v="2830" actId="1076"/>
          <ac:picMkLst>
            <pc:docMk/>
            <pc:sldMk cId="3038285077" sldId="291"/>
            <ac:picMk id="6" creationId="{6FC650E8-F7A2-44B3-BF90-D2A0F33DBAB6}"/>
          </ac:picMkLst>
        </pc:picChg>
        <pc:picChg chg="add del mod">
          <ac:chgData name="Csaba Lamfalusi" userId="cbc279de-7f57-4534-a6c5-8d01537d4a9e" providerId="ADAL" clId="{95355E02-ECE3-4FCD-AD74-20680A93A642}" dt="2020-04-06T18:48:31.304" v="2812" actId="478"/>
          <ac:picMkLst>
            <pc:docMk/>
            <pc:sldMk cId="3038285077" sldId="291"/>
            <ac:picMk id="2050" creationId="{B4EA38EB-8F91-4563-B9E1-E5C4138BA087}"/>
          </ac:picMkLst>
        </pc:picChg>
        <pc:picChg chg="add del mod">
          <ac:chgData name="Csaba Lamfalusi" userId="cbc279de-7f57-4534-a6c5-8d01537d4a9e" providerId="ADAL" clId="{95355E02-ECE3-4FCD-AD74-20680A93A642}" dt="2020-04-06T18:49:10.496" v="2817" actId="478"/>
          <ac:picMkLst>
            <pc:docMk/>
            <pc:sldMk cId="3038285077" sldId="291"/>
            <ac:picMk id="2052" creationId="{E988C055-4CC8-475B-A5E8-28DA823772AB}"/>
          </ac:picMkLst>
        </pc:picChg>
      </pc:sldChg>
      <pc:sldChg chg="modSp add mod">
        <pc:chgData name="Csaba Lamfalusi" userId="cbc279de-7f57-4534-a6c5-8d01537d4a9e" providerId="ADAL" clId="{95355E02-ECE3-4FCD-AD74-20680A93A642}" dt="2020-04-05T21:36:05.666" v="1340"/>
        <pc:sldMkLst>
          <pc:docMk/>
          <pc:sldMk cId="2159777766" sldId="292"/>
        </pc:sldMkLst>
        <pc:spChg chg="mod">
          <ac:chgData name="Csaba Lamfalusi" userId="cbc279de-7f57-4534-a6c5-8d01537d4a9e" providerId="ADAL" clId="{95355E02-ECE3-4FCD-AD74-20680A93A642}" dt="2020-04-05T21:34:15.187" v="1306" actId="207"/>
          <ac:spMkLst>
            <pc:docMk/>
            <pc:sldMk cId="2159777766" sldId="292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35:45.013" v="1336" actId="20577"/>
          <ac:spMkLst>
            <pc:docMk/>
            <pc:sldMk cId="2159777766" sldId="292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34:23.852" v="1310" actId="20577"/>
          <ac:spMkLst>
            <pc:docMk/>
            <pc:sldMk cId="2159777766" sldId="292"/>
            <ac:spMk id="11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36:05.666" v="1340"/>
          <ac:spMkLst>
            <pc:docMk/>
            <pc:sldMk cId="2159777766" sldId="292"/>
            <ac:spMk id="12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35:57.047" v="1338"/>
          <ac:spMkLst>
            <pc:docMk/>
            <pc:sldMk cId="2159777766" sldId="292"/>
            <ac:spMk id="13" creationId="{00000000-0000-0000-0000-000000000000}"/>
          </ac:spMkLst>
        </pc:spChg>
      </pc:sldChg>
      <pc:sldChg chg="addSp modSp add mod ord">
        <pc:chgData name="Csaba Lamfalusi" userId="cbc279de-7f57-4534-a6c5-8d01537d4a9e" providerId="ADAL" clId="{95355E02-ECE3-4FCD-AD74-20680A93A642}" dt="2020-04-06T21:18:54.179" v="3428"/>
        <pc:sldMkLst>
          <pc:docMk/>
          <pc:sldMk cId="3027091931" sldId="293"/>
        </pc:sldMkLst>
        <pc:spChg chg="mod">
          <ac:chgData name="Csaba Lamfalusi" userId="cbc279de-7f57-4534-a6c5-8d01537d4a9e" providerId="ADAL" clId="{95355E02-ECE3-4FCD-AD74-20680A93A642}" dt="2020-04-05T21:37:25.028" v="1473" actId="20577"/>
          <ac:spMkLst>
            <pc:docMk/>
            <pc:sldMk cId="3027091931" sldId="293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37:49.087" v="1495" actId="20577"/>
          <ac:spMkLst>
            <pc:docMk/>
            <pc:sldMk cId="3027091931" sldId="293"/>
            <ac:spMk id="4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37:31.435" v="1483" actId="20577"/>
          <ac:spMkLst>
            <pc:docMk/>
            <pc:sldMk cId="3027091931" sldId="293"/>
            <ac:spMk id="11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38:20.037" v="1524" actId="20577"/>
          <ac:spMkLst>
            <pc:docMk/>
            <pc:sldMk cId="3027091931" sldId="293"/>
            <ac:spMk id="12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37:38.556" v="1491" actId="20577"/>
          <ac:spMkLst>
            <pc:docMk/>
            <pc:sldMk cId="3027091931" sldId="293"/>
            <ac:spMk id="13" creationId="{00000000-0000-0000-0000-000000000000}"/>
          </ac:spMkLst>
        </pc:spChg>
        <pc:picChg chg="add mod">
          <ac:chgData name="Csaba Lamfalusi" userId="cbc279de-7f57-4534-a6c5-8d01537d4a9e" providerId="ADAL" clId="{95355E02-ECE3-4FCD-AD74-20680A93A642}" dt="2020-04-05T21:38:08.655" v="1501" actId="1076"/>
          <ac:picMkLst>
            <pc:docMk/>
            <pc:sldMk cId="3027091931" sldId="293"/>
            <ac:picMk id="8" creationId="{17588358-0CCF-4B50-B678-1B8E70B276E7}"/>
          </ac:picMkLst>
        </pc:picChg>
      </pc:sldChg>
      <pc:sldChg chg="addSp delSp modSp add del mod">
        <pc:chgData name="Csaba Lamfalusi" userId="cbc279de-7f57-4534-a6c5-8d01537d4a9e" providerId="ADAL" clId="{95355E02-ECE3-4FCD-AD74-20680A93A642}" dt="2020-04-06T19:19:28.798" v="2878" actId="47"/>
        <pc:sldMkLst>
          <pc:docMk/>
          <pc:sldMk cId="533058063" sldId="294"/>
        </pc:sldMkLst>
        <pc:spChg chg="mod">
          <ac:chgData name="Csaba Lamfalusi" userId="cbc279de-7f57-4534-a6c5-8d01537d4a9e" providerId="ADAL" clId="{95355E02-ECE3-4FCD-AD74-20680A93A642}" dt="2020-04-05T21:38:47.726" v="1532" actId="20577"/>
          <ac:spMkLst>
            <pc:docMk/>
            <pc:sldMk cId="533058063" sldId="294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9:13:49.643" v="2853" actId="20577"/>
          <ac:spMkLst>
            <pc:docMk/>
            <pc:sldMk cId="533058063" sldId="294"/>
            <ac:spMk id="4" creationId="{00000000-0000-0000-0000-000000000000}"/>
          </ac:spMkLst>
        </pc:spChg>
        <pc:spChg chg="add del mod">
          <ac:chgData name="Csaba Lamfalusi" userId="cbc279de-7f57-4534-a6c5-8d01537d4a9e" providerId="ADAL" clId="{95355E02-ECE3-4FCD-AD74-20680A93A642}" dt="2020-04-05T21:39:10.050" v="1550" actId="478"/>
          <ac:spMkLst>
            <pc:docMk/>
            <pc:sldMk cId="533058063" sldId="294"/>
            <ac:spMk id="6" creationId="{8446165C-7285-4811-9F7C-08B1FB720FA2}"/>
          </ac:spMkLst>
        </pc:spChg>
        <pc:spChg chg="add del mod">
          <ac:chgData name="Csaba Lamfalusi" userId="cbc279de-7f57-4534-a6c5-8d01537d4a9e" providerId="ADAL" clId="{95355E02-ECE3-4FCD-AD74-20680A93A642}" dt="2020-04-05T21:39:08.469" v="1549" actId="478"/>
          <ac:spMkLst>
            <pc:docMk/>
            <pc:sldMk cId="533058063" sldId="294"/>
            <ac:spMk id="8" creationId="{661F15B3-0D95-435C-B708-04B6EC4FBCD6}"/>
          </ac:spMkLst>
        </pc:spChg>
        <pc:spChg chg="mod">
          <ac:chgData name="Csaba Lamfalusi" userId="cbc279de-7f57-4534-a6c5-8d01537d4a9e" providerId="ADAL" clId="{95355E02-ECE3-4FCD-AD74-20680A93A642}" dt="2020-04-05T21:38:59.012" v="1546" actId="20577"/>
          <ac:spMkLst>
            <pc:docMk/>
            <pc:sldMk cId="533058063" sldId="294"/>
            <ac:spMk id="11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21:39:05.014" v="1547" actId="478"/>
          <ac:spMkLst>
            <pc:docMk/>
            <pc:sldMk cId="533058063" sldId="294"/>
            <ac:spMk id="12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21:39:06.559" v="1548" actId="478"/>
          <ac:spMkLst>
            <pc:docMk/>
            <pc:sldMk cId="533058063" sldId="294"/>
            <ac:spMk id="13" creationId="{00000000-0000-0000-0000-000000000000}"/>
          </ac:spMkLst>
        </pc:spChg>
        <pc:picChg chg="add mod">
          <ac:chgData name="Csaba Lamfalusi" userId="cbc279de-7f57-4534-a6c5-8d01537d4a9e" providerId="ADAL" clId="{95355E02-ECE3-4FCD-AD74-20680A93A642}" dt="2020-04-06T19:18:07.994" v="2864" actId="1076"/>
          <ac:picMkLst>
            <pc:docMk/>
            <pc:sldMk cId="533058063" sldId="294"/>
            <ac:picMk id="3074" creationId="{8DEB829C-C3E2-44B2-9811-E1545EE53044}"/>
          </ac:picMkLst>
        </pc:picChg>
        <pc:picChg chg="add mod">
          <ac:chgData name="Csaba Lamfalusi" userId="cbc279de-7f57-4534-a6c5-8d01537d4a9e" providerId="ADAL" clId="{95355E02-ECE3-4FCD-AD74-20680A93A642}" dt="2020-04-06T19:17:40.530" v="2863" actId="1076"/>
          <ac:picMkLst>
            <pc:docMk/>
            <pc:sldMk cId="533058063" sldId="294"/>
            <ac:picMk id="3076" creationId="{1A220A4F-D7E6-4B13-B587-33DEA40E9AB6}"/>
          </ac:picMkLst>
        </pc:picChg>
      </pc:sldChg>
      <pc:sldChg chg="addSp delSp modSp add mod">
        <pc:chgData name="Csaba Lamfalusi" userId="cbc279de-7f57-4534-a6c5-8d01537d4a9e" providerId="ADAL" clId="{95355E02-ECE3-4FCD-AD74-20680A93A642}" dt="2020-04-05T21:45:48.560" v="1681" actId="1076"/>
        <pc:sldMkLst>
          <pc:docMk/>
          <pc:sldMk cId="3847877584" sldId="295"/>
        </pc:sldMkLst>
        <pc:spChg chg="mod">
          <ac:chgData name="Csaba Lamfalusi" userId="cbc279de-7f57-4534-a6c5-8d01537d4a9e" providerId="ADAL" clId="{95355E02-ECE3-4FCD-AD74-20680A93A642}" dt="2020-04-05T21:42:22.345" v="1587" actId="20577"/>
          <ac:spMkLst>
            <pc:docMk/>
            <pc:sldMk cId="3847877584" sldId="295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45:48.560" v="1681" actId="1076"/>
          <ac:spMkLst>
            <pc:docMk/>
            <pc:sldMk cId="3847877584" sldId="295"/>
            <ac:spMk id="4" creationId="{00000000-0000-0000-0000-000000000000}"/>
          </ac:spMkLst>
        </pc:spChg>
        <pc:spChg chg="add del">
          <ac:chgData name="Csaba Lamfalusi" userId="cbc279de-7f57-4534-a6c5-8d01537d4a9e" providerId="ADAL" clId="{95355E02-ECE3-4FCD-AD74-20680A93A642}" dt="2020-04-05T21:44:37.372" v="1664"/>
          <ac:spMkLst>
            <pc:docMk/>
            <pc:sldMk cId="3847877584" sldId="295"/>
            <ac:spMk id="8" creationId="{F8C51ACD-A742-4B01-A0D5-84AB013440A9}"/>
          </ac:spMkLst>
        </pc:spChg>
        <pc:spChg chg="add del">
          <ac:chgData name="Csaba Lamfalusi" userId="cbc279de-7f57-4534-a6c5-8d01537d4a9e" providerId="ADAL" clId="{95355E02-ECE3-4FCD-AD74-20680A93A642}" dt="2020-04-05T21:44:37.372" v="1664"/>
          <ac:spMkLst>
            <pc:docMk/>
            <pc:sldMk cId="3847877584" sldId="295"/>
            <ac:spMk id="9" creationId="{60071615-DB6D-4BE3-B913-798DFED8C914}"/>
          </ac:spMkLst>
        </pc:spChg>
        <pc:spChg chg="add mod">
          <ac:chgData name="Csaba Lamfalusi" userId="cbc279de-7f57-4534-a6c5-8d01537d4a9e" providerId="ADAL" clId="{95355E02-ECE3-4FCD-AD74-20680A93A642}" dt="2020-04-05T21:45:14.071" v="1671" actId="1076"/>
          <ac:spMkLst>
            <pc:docMk/>
            <pc:sldMk cId="3847877584" sldId="295"/>
            <ac:spMk id="10" creationId="{0FF6E146-2A2D-4617-BBE9-0628C4A2928F}"/>
          </ac:spMkLst>
        </pc:spChg>
        <pc:spChg chg="mod">
          <ac:chgData name="Csaba Lamfalusi" userId="cbc279de-7f57-4534-a6c5-8d01537d4a9e" providerId="ADAL" clId="{95355E02-ECE3-4FCD-AD74-20680A93A642}" dt="2020-04-05T21:45:48.560" v="1681" actId="1076"/>
          <ac:spMkLst>
            <pc:docMk/>
            <pc:sldMk cId="3847877584" sldId="295"/>
            <ac:spMk id="11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44:28.241" v="1662" actId="1076"/>
          <ac:spMkLst>
            <pc:docMk/>
            <pc:sldMk cId="3847877584" sldId="295"/>
            <ac:spMk id="12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44:28.241" v="1662" actId="1076"/>
          <ac:spMkLst>
            <pc:docMk/>
            <pc:sldMk cId="3847877584" sldId="295"/>
            <ac:spMk id="13" creationId="{00000000-0000-0000-0000-000000000000}"/>
          </ac:spMkLst>
        </pc:spChg>
        <pc:spChg chg="add mod">
          <ac:chgData name="Csaba Lamfalusi" userId="cbc279de-7f57-4534-a6c5-8d01537d4a9e" providerId="ADAL" clId="{95355E02-ECE3-4FCD-AD74-20680A93A642}" dt="2020-04-05T21:45:14.071" v="1671" actId="1076"/>
          <ac:spMkLst>
            <pc:docMk/>
            <pc:sldMk cId="3847877584" sldId="295"/>
            <ac:spMk id="14" creationId="{4502C6E8-0614-4FF9-8CCD-F9F5161AAEEF}"/>
          </ac:spMkLst>
        </pc:spChg>
        <pc:spChg chg="add mod">
          <ac:chgData name="Csaba Lamfalusi" userId="cbc279de-7f57-4534-a6c5-8d01537d4a9e" providerId="ADAL" clId="{95355E02-ECE3-4FCD-AD74-20680A93A642}" dt="2020-04-05T21:45:43.481" v="1680" actId="14100"/>
          <ac:spMkLst>
            <pc:docMk/>
            <pc:sldMk cId="3847877584" sldId="295"/>
            <ac:spMk id="15" creationId="{52209E8E-D535-4617-891D-DAF0CC59897D}"/>
          </ac:spMkLst>
        </pc:spChg>
        <pc:spChg chg="add mod">
          <ac:chgData name="Csaba Lamfalusi" userId="cbc279de-7f57-4534-a6c5-8d01537d4a9e" providerId="ADAL" clId="{95355E02-ECE3-4FCD-AD74-20680A93A642}" dt="2020-04-05T21:45:33.984" v="1677"/>
          <ac:spMkLst>
            <pc:docMk/>
            <pc:sldMk cId="3847877584" sldId="295"/>
            <ac:spMk id="16" creationId="{57C187F3-7C18-43E3-9C34-03FF63BC6749}"/>
          </ac:spMkLst>
        </pc:spChg>
        <pc:picChg chg="add del">
          <ac:chgData name="Csaba Lamfalusi" userId="cbc279de-7f57-4534-a6c5-8d01537d4a9e" providerId="ADAL" clId="{95355E02-ECE3-4FCD-AD74-20680A93A642}" dt="2020-04-05T21:45:20.632" v="1673"/>
          <ac:picMkLst>
            <pc:docMk/>
            <pc:sldMk cId="3847877584" sldId="295"/>
            <ac:picMk id="2" creationId="{92DCC847-F9CB-45C6-823B-49C619B6F409}"/>
          </ac:picMkLst>
        </pc:picChg>
      </pc:sldChg>
      <pc:sldChg chg="addSp delSp modSp add mod">
        <pc:chgData name="Csaba Lamfalusi" userId="cbc279de-7f57-4534-a6c5-8d01537d4a9e" providerId="ADAL" clId="{95355E02-ECE3-4FCD-AD74-20680A93A642}" dt="2020-04-05T21:48:49.066" v="1783" actId="20577"/>
        <pc:sldMkLst>
          <pc:docMk/>
          <pc:sldMk cId="2856728467" sldId="296"/>
        </pc:sldMkLst>
        <pc:spChg chg="mod">
          <ac:chgData name="Csaba Lamfalusi" userId="cbc279de-7f57-4534-a6c5-8d01537d4a9e" providerId="ADAL" clId="{95355E02-ECE3-4FCD-AD74-20680A93A642}" dt="2020-04-05T21:47:21.630" v="1684"/>
          <ac:spMkLst>
            <pc:docMk/>
            <pc:sldMk cId="2856728467" sldId="296"/>
            <ac:spMk id="3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21:47:35.818" v="1687" actId="478"/>
          <ac:spMkLst>
            <pc:docMk/>
            <pc:sldMk cId="2856728467" sldId="296"/>
            <ac:spMk id="4" creationId="{00000000-0000-0000-0000-000000000000}"/>
          </ac:spMkLst>
        </pc:spChg>
        <pc:spChg chg="add del mod">
          <ac:chgData name="Csaba Lamfalusi" userId="cbc279de-7f57-4534-a6c5-8d01537d4a9e" providerId="ADAL" clId="{95355E02-ECE3-4FCD-AD74-20680A93A642}" dt="2020-04-05T21:47:39.837" v="1688" actId="478"/>
          <ac:spMkLst>
            <pc:docMk/>
            <pc:sldMk cId="2856728467" sldId="296"/>
            <ac:spMk id="6" creationId="{A1F01488-7CDF-4D9D-B0A1-45E49F2DFFD2}"/>
          </ac:spMkLst>
        </pc:spChg>
        <pc:spChg chg="add del mod">
          <ac:chgData name="Csaba Lamfalusi" userId="cbc279de-7f57-4534-a6c5-8d01537d4a9e" providerId="ADAL" clId="{95355E02-ECE3-4FCD-AD74-20680A93A642}" dt="2020-04-05T21:47:39.837" v="1688" actId="478"/>
          <ac:spMkLst>
            <pc:docMk/>
            <pc:sldMk cId="2856728467" sldId="296"/>
            <ac:spMk id="8" creationId="{B1442424-9574-4259-93E5-89B3895BDBC0}"/>
          </ac:spMkLst>
        </pc:spChg>
        <pc:spChg chg="del">
          <ac:chgData name="Csaba Lamfalusi" userId="cbc279de-7f57-4534-a6c5-8d01537d4a9e" providerId="ADAL" clId="{95355E02-ECE3-4FCD-AD74-20680A93A642}" dt="2020-04-05T21:47:35.818" v="1687" actId="478"/>
          <ac:spMkLst>
            <pc:docMk/>
            <pc:sldMk cId="2856728467" sldId="296"/>
            <ac:spMk id="10" creationId="{0FF6E146-2A2D-4617-BBE9-0628C4A2928F}"/>
          </ac:spMkLst>
        </pc:spChg>
        <pc:spChg chg="del">
          <ac:chgData name="Csaba Lamfalusi" userId="cbc279de-7f57-4534-a6c5-8d01537d4a9e" providerId="ADAL" clId="{95355E02-ECE3-4FCD-AD74-20680A93A642}" dt="2020-04-05T21:47:35.818" v="1687" actId="478"/>
          <ac:spMkLst>
            <pc:docMk/>
            <pc:sldMk cId="2856728467" sldId="296"/>
            <ac:spMk id="11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48:49.066" v="1783" actId="20577"/>
          <ac:spMkLst>
            <pc:docMk/>
            <pc:sldMk cId="2856728467" sldId="296"/>
            <ac:spMk id="12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5T21:47:28.576" v="1686"/>
          <ac:spMkLst>
            <pc:docMk/>
            <pc:sldMk cId="2856728467" sldId="296"/>
            <ac:spMk id="13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5T21:47:35.818" v="1687" actId="478"/>
          <ac:spMkLst>
            <pc:docMk/>
            <pc:sldMk cId="2856728467" sldId="296"/>
            <ac:spMk id="14" creationId="{4502C6E8-0614-4FF9-8CCD-F9F5161AAEEF}"/>
          </ac:spMkLst>
        </pc:spChg>
        <pc:spChg chg="del">
          <ac:chgData name="Csaba Lamfalusi" userId="cbc279de-7f57-4534-a6c5-8d01537d4a9e" providerId="ADAL" clId="{95355E02-ECE3-4FCD-AD74-20680A93A642}" dt="2020-04-05T21:47:35.818" v="1687" actId="478"/>
          <ac:spMkLst>
            <pc:docMk/>
            <pc:sldMk cId="2856728467" sldId="296"/>
            <ac:spMk id="15" creationId="{52209E8E-D535-4617-891D-DAF0CC59897D}"/>
          </ac:spMkLst>
        </pc:spChg>
        <pc:spChg chg="del">
          <ac:chgData name="Csaba Lamfalusi" userId="cbc279de-7f57-4534-a6c5-8d01537d4a9e" providerId="ADAL" clId="{95355E02-ECE3-4FCD-AD74-20680A93A642}" dt="2020-04-05T21:47:35.818" v="1687" actId="478"/>
          <ac:spMkLst>
            <pc:docMk/>
            <pc:sldMk cId="2856728467" sldId="296"/>
            <ac:spMk id="16" creationId="{57C187F3-7C18-43E3-9C34-03FF63BC6749}"/>
          </ac:spMkLst>
        </pc:spChg>
        <pc:picChg chg="add">
          <ac:chgData name="Csaba Lamfalusi" userId="cbc279de-7f57-4534-a6c5-8d01537d4a9e" providerId="ADAL" clId="{95355E02-ECE3-4FCD-AD74-20680A93A642}" dt="2020-04-05T21:47:59.692" v="1691"/>
          <ac:picMkLst>
            <pc:docMk/>
            <pc:sldMk cId="2856728467" sldId="296"/>
            <ac:picMk id="17" creationId="{D2E26BB2-4292-4C84-800F-2BABE1700C81}"/>
          </ac:picMkLst>
        </pc:picChg>
      </pc:sldChg>
      <pc:sldChg chg="add del">
        <pc:chgData name="Csaba Lamfalusi" userId="cbc279de-7f57-4534-a6c5-8d01537d4a9e" providerId="ADAL" clId="{95355E02-ECE3-4FCD-AD74-20680A93A642}" dt="2020-04-05T21:53:02.065" v="1793" actId="47"/>
        <pc:sldMkLst>
          <pc:docMk/>
          <pc:sldMk cId="4004235446" sldId="297"/>
        </pc:sldMkLst>
      </pc:sldChg>
      <pc:sldChg chg="add del">
        <pc:chgData name="Csaba Lamfalusi" userId="cbc279de-7f57-4534-a6c5-8d01537d4a9e" providerId="ADAL" clId="{95355E02-ECE3-4FCD-AD74-20680A93A642}" dt="2020-04-05T21:52:50.073" v="1787"/>
        <pc:sldMkLst>
          <pc:docMk/>
          <pc:sldMk cId="420660964" sldId="298"/>
        </pc:sldMkLst>
      </pc:sldChg>
      <pc:sldChg chg="add del">
        <pc:chgData name="Csaba Lamfalusi" userId="cbc279de-7f57-4534-a6c5-8d01537d4a9e" providerId="ADAL" clId="{95355E02-ECE3-4FCD-AD74-20680A93A642}" dt="2020-04-05T21:52:52.509" v="1789"/>
        <pc:sldMkLst>
          <pc:docMk/>
          <pc:sldMk cId="2154525726" sldId="298"/>
        </pc:sldMkLst>
      </pc:sldChg>
      <pc:sldChg chg="modSp add mod ord">
        <pc:chgData name="Csaba Lamfalusi" userId="cbc279de-7f57-4534-a6c5-8d01537d4a9e" providerId="ADAL" clId="{95355E02-ECE3-4FCD-AD74-20680A93A642}" dt="2020-04-05T21:53:08.912" v="1821" actId="20577"/>
        <pc:sldMkLst>
          <pc:docMk/>
          <pc:sldMk cId="3803364744" sldId="298"/>
        </pc:sldMkLst>
        <pc:spChg chg="mod">
          <ac:chgData name="Csaba Lamfalusi" userId="cbc279de-7f57-4534-a6c5-8d01537d4a9e" providerId="ADAL" clId="{95355E02-ECE3-4FCD-AD74-20680A93A642}" dt="2020-04-05T21:53:08.912" v="1821" actId="20577"/>
          <ac:spMkLst>
            <pc:docMk/>
            <pc:sldMk cId="3803364744" sldId="298"/>
            <ac:spMk id="4" creationId="{00000000-0000-0000-0000-000000000000}"/>
          </ac:spMkLst>
        </pc:spChg>
      </pc:sldChg>
      <pc:sldChg chg="addSp modSp add mod">
        <pc:chgData name="Csaba Lamfalusi" userId="cbc279de-7f57-4534-a6c5-8d01537d4a9e" providerId="ADAL" clId="{95355E02-ECE3-4FCD-AD74-20680A93A642}" dt="2020-04-06T18:13:07.810" v="2699" actId="1076"/>
        <pc:sldMkLst>
          <pc:docMk/>
          <pc:sldMk cId="2000900404" sldId="299"/>
        </pc:sldMkLst>
        <pc:spChg chg="mod">
          <ac:chgData name="Csaba Lamfalusi" userId="cbc279de-7f57-4534-a6c5-8d01537d4a9e" providerId="ADAL" clId="{95355E02-ECE3-4FCD-AD74-20680A93A642}" dt="2020-04-05T21:56:38.770" v="1867" actId="20577"/>
          <ac:spMkLst>
            <pc:docMk/>
            <pc:sldMk cId="2000900404" sldId="299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8:12:59.337" v="2695" actId="1076"/>
          <ac:spMkLst>
            <pc:docMk/>
            <pc:sldMk cId="2000900404" sldId="299"/>
            <ac:spMk id="10" creationId="{A5B05AAC-BEB3-4F8E-AFB4-DA249F239F63}"/>
          </ac:spMkLst>
        </pc:spChg>
        <pc:spChg chg="mod">
          <ac:chgData name="Csaba Lamfalusi" userId="cbc279de-7f57-4534-a6c5-8d01537d4a9e" providerId="ADAL" clId="{95355E02-ECE3-4FCD-AD74-20680A93A642}" dt="2020-04-06T18:12:59.337" v="2695" actId="1076"/>
          <ac:spMkLst>
            <pc:docMk/>
            <pc:sldMk cId="2000900404" sldId="299"/>
            <ac:spMk id="11" creationId="{892672F7-F3D5-4A49-A121-EA44159DA5AD}"/>
          </ac:spMkLst>
        </pc:spChg>
        <pc:spChg chg="mod">
          <ac:chgData name="Csaba Lamfalusi" userId="cbc279de-7f57-4534-a6c5-8d01537d4a9e" providerId="ADAL" clId="{95355E02-ECE3-4FCD-AD74-20680A93A642}" dt="2020-04-06T18:09:56.578" v="2658" actId="1076"/>
          <ac:spMkLst>
            <pc:docMk/>
            <pc:sldMk cId="2000900404" sldId="299"/>
            <ac:spMk id="20" creationId="{6B5B1895-01EE-4426-BB19-5AB80E885257}"/>
          </ac:spMkLst>
        </pc:spChg>
        <pc:spChg chg="mod">
          <ac:chgData name="Csaba Lamfalusi" userId="cbc279de-7f57-4534-a6c5-8d01537d4a9e" providerId="ADAL" clId="{95355E02-ECE3-4FCD-AD74-20680A93A642}" dt="2020-04-06T18:10:41.266" v="2670" actId="1076"/>
          <ac:spMkLst>
            <pc:docMk/>
            <pc:sldMk cId="2000900404" sldId="299"/>
            <ac:spMk id="22" creationId="{A32828F7-03A6-4811-A508-34C5DAB75C41}"/>
          </ac:spMkLst>
        </pc:spChg>
        <pc:spChg chg="mod">
          <ac:chgData name="Csaba Lamfalusi" userId="cbc279de-7f57-4534-a6c5-8d01537d4a9e" providerId="ADAL" clId="{95355E02-ECE3-4FCD-AD74-20680A93A642}" dt="2020-04-06T18:12:40.225" v="2691" actId="1076"/>
          <ac:spMkLst>
            <pc:docMk/>
            <pc:sldMk cId="2000900404" sldId="299"/>
            <ac:spMk id="23" creationId="{B35B1C90-8050-4671-86BB-A24F294E905F}"/>
          </ac:spMkLst>
        </pc:spChg>
        <pc:spChg chg="mod">
          <ac:chgData name="Csaba Lamfalusi" userId="cbc279de-7f57-4534-a6c5-8d01537d4a9e" providerId="ADAL" clId="{95355E02-ECE3-4FCD-AD74-20680A93A642}" dt="2020-04-06T18:09:56.578" v="2658" actId="1076"/>
          <ac:spMkLst>
            <pc:docMk/>
            <pc:sldMk cId="2000900404" sldId="299"/>
            <ac:spMk id="24" creationId="{315BA6B7-DF73-4090-917D-156579DCC554}"/>
          </ac:spMkLst>
        </pc:spChg>
        <pc:spChg chg="mod">
          <ac:chgData name="Csaba Lamfalusi" userId="cbc279de-7f57-4534-a6c5-8d01537d4a9e" providerId="ADAL" clId="{95355E02-ECE3-4FCD-AD74-20680A93A642}" dt="2020-04-06T18:10:46.857" v="2671" actId="1076"/>
          <ac:spMkLst>
            <pc:docMk/>
            <pc:sldMk cId="2000900404" sldId="299"/>
            <ac:spMk id="25" creationId="{93CC3543-CD5D-4503-98EA-41F91AD09086}"/>
          </ac:spMkLst>
        </pc:spChg>
        <pc:spChg chg="mod">
          <ac:chgData name="Csaba Lamfalusi" userId="cbc279de-7f57-4534-a6c5-8d01537d4a9e" providerId="ADAL" clId="{95355E02-ECE3-4FCD-AD74-20680A93A642}" dt="2020-04-06T18:12:42.850" v="2692" actId="1076"/>
          <ac:spMkLst>
            <pc:docMk/>
            <pc:sldMk cId="2000900404" sldId="299"/>
            <ac:spMk id="26" creationId="{6CF3BCA5-F5EF-41CD-B903-611B1785947F}"/>
          </ac:spMkLst>
        </pc:spChg>
        <pc:picChg chg="add mod">
          <ac:chgData name="Csaba Lamfalusi" userId="cbc279de-7f57-4534-a6c5-8d01537d4a9e" providerId="ADAL" clId="{95355E02-ECE3-4FCD-AD74-20680A93A642}" dt="2020-04-06T18:12:14.873" v="2685" actId="1076"/>
          <ac:picMkLst>
            <pc:docMk/>
            <pc:sldMk cId="2000900404" sldId="299"/>
            <ac:picMk id="2" creationId="{CA6EB4EE-4320-4D72-BB68-43C897FE1698}"/>
          </ac:picMkLst>
        </pc:picChg>
        <pc:picChg chg="add mod">
          <ac:chgData name="Csaba Lamfalusi" userId="cbc279de-7f57-4534-a6c5-8d01537d4a9e" providerId="ADAL" clId="{95355E02-ECE3-4FCD-AD74-20680A93A642}" dt="2020-04-06T18:12:17.682" v="2686" actId="1076"/>
          <ac:picMkLst>
            <pc:docMk/>
            <pc:sldMk cId="2000900404" sldId="299"/>
            <ac:picMk id="4" creationId="{A4FF58F3-2A66-425C-B8D1-09679A683212}"/>
          </ac:picMkLst>
        </pc:picChg>
        <pc:picChg chg="add mod">
          <ac:chgData name="Csaba Lamfalusi" userId="cbc279de-7f57-4534-a6c5-8d01537d4a9e" providerId="ADAL" clId="{95355E02-ECE3-4FCD-AD74-20680A93A642}" dt="2020-04-06T18:12:19.346" v="2687" actId="1076"/>
          <ac:picMkLst>
            <pc:docMk/>
            <pc:sldMk cId="2000900404" sldId="299"/>
            <ac:picMk id="6" creationId="{5593DFD1-EDC7-4D8A-AEC5-5FC40F0A4818}"/>
          </ac:picMkLst>
        </pc:picChg>
        <pc:picChg chg="add mod">
          <ac:chgData name="Csaba Lamfalusi" userId="cbc279de-7f57-4534-a6c5-8d01537d4a9e" providerId="ADAL" clId="{95355E02-ECE3-4FCD-AD74-20680A93A642}" dt="2020-04-06T18:13:07.810" v="2699" actId="1076"/>
          <ac:picMkLst>
            <pc:docMk/>
            <pc:sldMk cId="2000900404" sldId="299"/>
            <ac:picMk id="7" creationId="{7980740B-5A35-4BE6-9522-14EB6607FC99}"/>
          </ac:picMkLst>
        </pc:picChg>
        <pc:picChg chg="add mod">
          <ac:chgData name="Csaba Lamfalusi" userId="cbc279de-7f57-4534-a6c5-8d01537d4a9e" providerId="ADAL" clId="{95355E02-ECE3-4FCD-AD74-20680A93A642}" dt="2020-04-06T18:13:02.410" v="2696" actId="1076"/>
          <ac:picMkLst>
            <pc:docMk/>
            <pc:sldMk cId="2000900404" sldId="299"/>
            <ac:picMk id="8" creationId="{8A3B34D9-2FA2-40CE-8526-F38474CBACB8}"/>
          </ac:picMkLst>
        </pc:picChg>
      </pc:sldChg>
      <pc:sldChg chg="addSp delSp modSp add mod">
        <pc:chgData name="Csaba Lamfalusi" userId="cbc279de-7f57-4534-a6c5-8d01537d4a9e" providerId="ADAL" clId="{95355E02-ECE3-4FCD-AD74-20680A93A642}" dt="2020-04-06T17:41:31.537" v="2560" actId="14100"/>
        <pc:sldMkLst>
          <pc:docMk/>
          <pc:sldMk cId="3639043163" sldId="300"/>
        </pc:sldMkLst>
        <pc:spChg chg="mod">
          <ac:chgData name="Csaba Lamfalusi" userId="cbc279de-7f57-4534-a6c5-8d01537d4a9e" providerId="ADAL" clId="{95355E02-ECE3-4FCD-AD74-20680A93A642}" dt="2020-04-06T17:27:48.728" v="1948" actId="20577"/>
          <ac:spMkLst>
            <pc:docMk/>
            <pc:sldMk cId="3639043163" sldId="300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7:41:31.537" v="2560" actId="14100"/>
          <ac:spMkLst>
            <pc:docMk/>
            <pc:sldMk cId="3639043163" sldId="300"/>
            <ac:spMk id="20" creationId="{6B5B1895-01EE-4426-BB19-5AB80E885257}"/>
          </ac:spMkLst>
        </pc:spChg>
        <pc:spChg chg="del">
          <ac:chgData name="Csaba Lamfalusi" userId="cbc279de-7f57-4534-a6c5-8d01537d4a9e" providerId="ADAL" clId="{95355E02-ECE3-4FCD-AD74-20680A93A642}" dt="2020-04-06T17:28:13.391" v="1966" actId="478"/>
          <ac:spMkLst>
            <pc:docMk/>
            <pc:sldMk cId="3639043163" sldId="300"/>
            <ac:spMk id="22" creationId="{A32828F7-03A6-4811-A508-34C5DAB75C41}"/>
          </ac:spMkLst>
        </pc:spChg>
        <pc:spChg chg="del">
          <ac:chgData name="Csaba Lamfalusi" userId="cbc279de-7f57-4534-a6c5-8d01537d4a9e" providerId="ADAL" clId="{95355E02-ECE3-4FCD-AD74-20680A93A642}" dt="2020-04-06T17:28:13.391" v="1966" actId="478"/>
          <ac:spMkLst>
            <pc:docMk/>
            <pc:sldMk cId="3639043163" sldId="300"/>
            <ac:spMk id="23" creationId="{B35B1C90-8050-4671-86BB-A24F294E905F}"/>
          </ac:spMkLst>
        </pc:spChg>
        <pc:spChg chg="mod">
          <ac:chgData name="Csaba Lamfalusi" userId="cbc279de-7f57-4534-a6c5-8d01537d4a9e" providerId="ADAL" clId="{95355E02-ECE3-4FCD-AD74-20680A93A642}" dt="2020-04-06T17:41:27.961" v="2559" actId="1076"/>
          <ac:spMkLst>
            <pc:docMk/>
            <pc:sldMk cId="3639043163" sldId="300"/>
            <ac:spMk id="24" creationId="{315BA6B7-DF73-4090-917D-156579DCC554}"/>
          </ac:spMkLst>
        </pc:spChg>
        <pc:spChg chg="del">
          <ac:chgData name="Csaba Lamfalusi" userId="cbc279de-7f57-4534-a6c5-8d01537d4a9e" providerId="ADAL" clId="{95355E02-ECE3-4FCD-AD74-20680A93A642}" dt="2020-04-06T17:28:10.622" v="1965" actId="478"/>
          <ac:spMkLst>
            <pc:docMk/>
            <pc:sldMk cId="3639043163" sldId="300"/>
            <ac:spMk id="25" creationId="{93CC3543-CD5D-4503-98EA-41F91AD09086}"/>
          </ac:spMkLst>
        </pc:spChg>
        <pc:spChg chg="del">
          <ac:chgData name="Csaba Lamfalusi" userId="cbc279de-7f57-4534-a6c5-8d01537d4a9e" providerId="ADAL" clId="{95355E02-ECE3-4FCD-AD74-20680A93A642}" dt="2020-04-06T17:28:10.622" v="1965" actId="478"/>
          <ac:spMkLst>
            <pc:docMk/>
            <pc:sldMk cId="3639043163" sldId="300"/>
            <ac:spMk id="26" creationId="{6CF3BCA5-F5EF-41CD-B903-611B1785947F}"/>
          </ac:spMkLst>
        </pc:spChg>
        <pc:picChg chg="add mod">
          <ac:chgData name="Csaba Lamfalusi" userId="cbc279de-7f57-4534-a6c5-8d01537d4a9e" providerId="ADAL" clId="{95355E02-ECE3-4FCD-AD74-20680A93A642}" dt="2020-04-06T17:41:09.226" v="2553" actId="1076"/>
          <ac:picMkLst>
            <pc:docMk/>
            <pc:sldMk cId="3639043163" sldId="300"/>
            <ac:picMk id="10" creationId="{F0C07854-03F7-4646-82F1-18DA1A2F019D}"/>
          </ac:picMkLst>
        </pc:picChg>
      </pc:sldChg>
      <pc:sldChg chg="modSp add mod">
        <pc:chgData name="Csaba Lamfalusi" userId="cbc279de-7f57-4534-a6c5-8d01537d4a9e" providerId="ADAL" clId="{95355E02-ECE3-4FCD-AD74-20680A93A642}" dt="2020-04-06T21:56:56.231" v="4039"/>
        <pc:sldMkLst>
          <pc:docMk/>
          <pc:sldMk cId="1265248747" sldId="301"/>
        </pc:sldMkLst>
        <pc:spChg chg="mod">
          <ac:chgData name="Csaba Lamfalusi" userId="cbc279de-7f57-4534-a6c5-8d01537d4a9e" providerId="ADAL" clId="{95355E02-ECE3-4FCD-AD74-20680A93A642}" dt="2020-04-06T18:31:00.586" v="2704" actId="20577"/>
          <ac:spMkLst>
            <pc:docMk/>
            <pc:sldMk cId="1265248747" sldId="301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21:56:56.231" v="4039"/>
          <ac:spMkLst>
            <pc:docMk/>
            <pc:sldMk cId="1265248747" sldId="301"/>
            <ac:spMk id="20" creationId="{6B5B1895-01EE-4426-BB19-5AB80E885257}"/>
          </ac:spMkLst>
        </pc:spChg>
        <pc:spChg chg="mod">
          <ac:chgData name="Csaba Lamfalusi" userId="cbc279de-7f57-4534-a6c5-8d01537d4a9e" providerId="ADAL" clId="{95355E02-ECE3-4FCD-AD74-20680A93A642}" dt="2020-04-06T18:31:52.756" v="2796" actId="20577"/>
          <ac:spMkLst>
            <pc:docMk/>
            <pc:sldMk cId="1265248747" sldId="301"/>
            <ac:spMk id="24" creationId="{315BA6B7-DF73-4090-917D-156579DCC554}"/>
          </ac:spMkLst>
        </pc:spChg>
      </pc:sldChg>
      <pc:sldChg chg="addSp delSp modSp add del mod">
        <pc:chgData name="Csaba Lamfalusi" userId="cbc279de-7f57-4534-a6c5-8d01537d4a9e" providerId="ADAL" clId="{95355E02-ECE3-4FCD-AD74-20680A93A642}" dt="2020-04-06T21:17:29.934" v="3389" actId="47"/>
        <pc:sldMkLst>
          <pc:docMk/>
          <pc:sldMk cId="1340949158" sldId="302"/>
        </pc:sldMkLst>
        <pc:spChg chg="mod">
          <ac:chgData name="Csaba Lamfalusi" userId="cbc279de-7f57-4534-a6c5-8d01537d4a9e" providerId="ADAL" clId="{95355E02-ECE3-4FCD-AD74-20680A93A642}" dt="2020-04-06T18:41:38.919" v="2806" actId="20577"/>
          <ac:spMkLst>
            <pc:docMk/>
            <pc:sldMk cId="1340949158" sldId="302"/>
            <ac:spMk id="3" creationId="{00000000-0000-0000-0000-000000000000}"/>
          </ac:spMkLst>
        </pc:spChg>
        <pc:picChg chg="add mod">
          <ac:chgData name="Csaba Lamfalusi" userId="cbc279de-7f57-4534-a6c5-8d01537d4a9e" providerId="ADAL" clId="{95355E02-ECE3-4FCD-AD74-20680A93A642}" dt="2020-04-06T18:41:48.786" v="2809" actId="1076"/>
          <ac:picMkLst>
            <pc:docMk/>
            <pc:sldMk cId="1340949158" sldId="302"/>
            <ac:picMk id="7" creationId="{5D63E00B-BAF9-4410-A2FB-6420B5AD1DCC}"/>
          </ac:picMkLst>
        </pc:picChg>
        <pc:picChg chg="del">
          <ac:chgData name="Csaba Lamfalusi" userId="cbc279de-7f57-4534-a6c5-8d01537d4a9e" providerId="ADAL" clId="{95355E02-ECE3-4FCD-AD74-20680A93A642}" dt="2020-04-06T18:41:42.191" v="2807" actId="478"/>
          <ac:picMkLst>
            <pc:docMk/>
            <pc:sldMk cId="1340949158" sldId="302"/>
            <ac:picMk id="10" creationId="{F0C07854-03F7-4646-82F1-18DA1A2F019D}"/>
          </ac:picMkLst>
        </pc:picChg>
      </pc:sldChg>
      <pc:sldChg chg="addSp delSp modSp add mod ord">
        <pc:chgData name="Csaba Lamfalusi" userId="cbc279de-7f57-4534-a6c5-8d01537d4a9e" providerId="ADAL" clId="{95355E02-ECE3-4FCD-AD74-20680A93A642}" dt="2020-04-06T21:18:33.788" v="3426"/>
        <pc:sldMkLst>
          <pc:docMk/>
          <pc:sldMk cId="2583970838" sldId="303"/>
        </pc:sldMkLst>
        <pc:spChg chg="add del mod">
          <ac:chgData name="Csaba Lamfalusi" userId="cbc279de-7f57-4534-a6c5-8d01537d4a9e" providerId="ADAL" clId="{95355E02-ECE3-4FCD-AD74-20680A93A642}" dt="2020-04-06T19:18:36.481" v="2869"/>
          <ac:spMkLst>
            <pc:docMk/>
            <pc:sldMk cId="2583970838" sldId="303"/>
            <ac:spMk id="2" creationId="{9DE71912-8202-4568-8C6B-1C2ACC12BEA5}"/>
          </ac:spMkLst>
        </pc:spChg>
        <pc:spChg chg="mod">
          <ac:chgData name="Csaba Lamfalusi" userId="cbc279de-7f57-4534-a6c5-8d01537d4a9e" providerId="ADAL" clId="{95355E02-ECE3-4FCD-AD74-20680A93A642}" dt="2020-04-06T19:18:47.376" v="2870"/>
          <ac:spMkLst>
            <pc:docMk/>
            <pc:sldMk cId="2583970838" sldId="303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9:19:05.707" v="2873" actId="14100"/>
          <ac:spMkLst>
            <pc:docMk/>
            <pc:sldMk cId="2583970838" sldId="303"/>
            <ac:spMk id="4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6T19:19:11.041" v="2875" actId="478"/>
          <ac:spMkLst>
            <pc:docMk/>
            <pc:sldMk cId="2583970838" sldId="303"/>
            <ac:spMk id="8" creationId="{5950431D-E0EF-4204-8939-72554A88B94A}"/>
          </ac:spMkLst>
        </pc:spChg>
        <pc:spChg chg="del">
          <ac:chgData name="Csaba Lamfalusi" userId="cbc279de-7f57-4534-a6c5-8d01537d4a9e" providerId="ADAL" clId="{95355E02-ECE3-4FCD-AD74-20680A93A642}" dt="2020-04-06T19:19:09.344" v="2874" actId="478"/>
          <ac:spMkLst>
            <pc:docMk/>
            <pc:sldMk cId="2583970838" sldId="303"/>
            <ac:spMk id="9" creationId="{D4E5D8C5-C811-4754-A801-62D5E0826244}"/>
          </ac:spMkLst>
        </pc:spChg>
        <pc:spChg chg="mod">
          <ac:chgData name="Csaba Lamfalusi" userId="cbc279de-7f57-4534-a6c5-8d01537d4a9e" providerId="ADAL" clId="{95355E02-ECE3-4FCD-AD74-20680A93A642}" dt="2020-04-06T19:18:54.412" v="2871"/>
          <ac:spMkLst>
            <pc:docMk/>
            <pc:sldMk cId="2583970838" sldId="303"/>
            <ac:spMk id="11" creationId="{00000000-0000-0000-0000-000000000000}"/>
          </ac:spMkLst>
        </pc:spChg>
        <pc:picChg chg="add del">
          <ac:chgData name="Csaba Lamfalusi" userId="cbc279de-7f57-4534-a6c5-8d01537d4a9e" providerId="ADAL" clId="{95355E02-ECE3-4FCD-AD74-20680A93A642}" dt="2020-04-06T19:18:33.636" v="2867"/>
          <ac:picMkLst>
            <pc:docMk/>
            <pc:sldMk cId="2583970838" sldId="303"/>
            <ac:picMk id="10" creationId="{F82E6E5C-64C9-48D3-9D35-2D4D67B4CDDD}"/>
          </ac:picMkLst>
        </pc:picChg>
        <pc:picChg chg="add">
          <ac:chgData name="Csaba Lamfalusi" userId="cbc279de-7f57-4534-a6c5-8d01537d4a9e" providerId="ADAL" clId="{95355E02-ECE3-4FCD-AD74-20680A93A642}" dt="2020-04-06T19:18:36.481" v="2869"/>
          <ac:picMkLst>
            <pc:docMk/>
            <pc:sldMk cId="2583970838" sldId="303"/>
            <ac:picMk id="12" creationId="{A5E9A432-2662-43F5-8F99-ADEFE63B8B3E}"/>
          </ac:picMkLst>
        </pc:picChg>
        <pc:picChg chg="add mod">
          <ac:chgData name="Csaba Lamfalusi" userId="cbc279de-7f57-4534-a6c5-8d01537d4a9e" providerId="ADAL" clId="{95355E02-ECE3-4FCD-AD74-20680A93A642}" dt="2020-04-06T19:19:23.666" v="2877" actId="1076"/>
          <ac:picMkLst>
            <pc:docMk/>
            <pc:sldMk cId="2583970838" sldId="303"/>
            <ac:picMk id="13" creationId="{8646781B-8857-44D0-B598-3483DFF20720}"/>
          </ac:picMkLst>
        </pc:picChg>
        <pc:picChg chg="del">
          <ac:chgData name="Csaba Lamfalusi" userId="cbc279de-7f57-4534-a6c5-8d01537d4a9e" providerId="ADAL" clId="{95355E02-ECE3-4FCD-AD74-20680A93A642}" dt="2020-04-06T19:18:35.105" v="2868" actId="478"/>
          <ac:picMkLst>
            <pc:docMk/>
            <pc:sldMk cId="2583970838" sldId="303"/>
            <ac:picMk id="1026" creationId="{AF0D20F2-036D-4D8B-BAC5-9CEE7C4F7AEF}"/>
          </ac:picMkLst>
        </pc:picChg>
      </pc:sldChg>
      <pc:sldChg chg="modSp add del mod">
        <pc:chgData name="Csaba Lamfalusi" userId="cbc279de-7f57-4534-a6c5-8d01537d4a9e" providerId="ADAL" clId="{95355E02-ECE3-4FCD-AD74-20680A93A642}" dt="2020-04-06T19:26:15.909" v="2973" actId="47"/>
        <pc:sldMkLst>
          <pc:docMk/>
          <pc:sldMk cId="1477458566" sldId="304"/>
        </pc:sldMkLst>
        <pc:spChg chg="mod">
          <ac:chgData name="Csaba Lamfalusi" userId="cbc279de-7f57-4534-a6c5-8d01537d4a9e" providerId="ADAL" clId="{95355E02-ECE3-4FCD-AD74-20680A93A642}" dt="2020-04-06T19:21:58.610" v="2890" actId="20577"/>
          <ac:spMkLst>
            <pc:docMk/>
            <pc:sldMk cId="1477458566" sldId="304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19:22:40.383" v="2964"/>
          <ac:spMkLst>
            <pc:docMk/>
            <pc:sldMk cId="1477458566" sldId="304"/>
            <ac:spMk id="24" creationId="{315BA6B7-DF73-4090-917D-156579DCC554}"/>
          </ac:spMkLst>
        </pc:spChg>
      </pc:sldChg>
      <pc:sldChg chg="addSp delSp modSp add mod">
        <pc:chgData name="Csaba Lamfalusi" userId="cbc279de-7f57-4534-a6c5-8d01537d4a9e" providerId="ADAL" clId="{95355E02-ECE3-4FCD-AD74-20680A93A642}" dt="2020-04-06T21:41:05.693" v="4037" actId="14100"/>
        <pc:sldMkLst>
          <pc:docMk/>
          <pc:sldMk cId="357758003" sldId="305"/>
        </pc:sldMkLst>
        <pc:spChg chg="add del mod">
          <ac:chgData name="Csaba Lamfalusi" userId="cbc279de-7f57-4534-a6c5-8d01537d4a9e" providerId="ADAL" clId="{95355E02-ECE3-4FCD-AD74-20680A93A642}" dt="2020-04-06T19:25:27.780" v="2967"/>
          <ac:spMkLst>
            <pc:docMk/>
            <pc:sldMk cId="357758003" sldId="305"/>
            <ac:spMk id="2" creationId="{A7C35E18-D4E2-45F3-98FA-957C0B7B8387}"/>
          </ac:spMkLst>
        </pc:spChg>
        <pc:spChg chg="mod">
          <ac:chgData name="Csaba Lamfalusi" userId="cbc279de-7f57-4534-a6c5-8d01537d4a9e" providerId="ADAL" clId="{95355E02-ECE3-4FCD-AD74-20680A93A642}" dt="2020-04-06T19:25:38.254" v="2968"/>
          <ac:spMkLst>
            <pc:docMk/>
            <pc:sldMk cId="357758003" sldId="305"/>
            <ac:spMk id="3" creationId="{00000000-0000-0000-0000-000000000000}"/>
          </ac:spMkLst>
        </pc:spChg>
        <pc:spChg chg="del">
          <ac:chgData name="Csaba Lamfalusi" userId="cbc279de-7f57-4534-a6c5-8d01537d4a9e" providerId="ADAL" clId="{95355E02-ECE3-4FCD-AD74-20680A93A642}" dt="2020-04-06T19:25:47.437" v="2969" actId="478"/>
          <ac:spMkLst>
            <pc:docMk/>
            <pc:sldMk cId="357758003" sldId="305"/>
            <ac:spMk id="4" creationId="{00000000-0000-0000-0000-000000000000}"/>
          </ac:spMkLst>
        </pc:spChg>
        <pc:spChg chg="add mod">
          <ac:chgData name="Csaba Lamfalusi" userId="cbc279de-7f57-4534-a6c5-8d01537d4a9e" providerId="ADAL" clId="{95355E02-ECE3-4FCD-AD74-20680A93A642}" dt="2020-04-06T21:39:30.282" v="3876" actId="1076"/>
          <ac:spMkLst>
            <pc:docMk/>
            <pc:sldMk cId="357758003" sldId="305"/>
            <ac:spMk id="6" creationId="{AA51AED5-07D4-4EA0-860F-08D9EB1F3F41}"/>
          </ac:spMkLst>
        </pc:spChg>
        <pc:spChg chg="add mod">
          <ac:chgData name="Csaba Lamfalusi" userId="cbc279de-7f57-4534-a6c5-8d01537d4a9e" providerId="ADAL" clId="{95355E02-ECE3-4FCD-AD74-20680A93A642}" dt="2020-04-06T21:41:05.693" v="4037" actId="14100"/>
          <ac:spMkLst>
            <pc:docMk/>
            <pc:sldMk cId="357758003" sldId="305"/>
            <ac:spMk id="7" creationId="{02C74203-FF77-428A-8434-BBAD84F3D180}"/>
          </ac:spMkLst>
        </pc:spChg>
        <pc:spChg chg="del">
          <ac:chgData name="Csaba Lamfalusi" userId="cbc279de-7f57-4534-a6c5-8d01537d4a9e" providerId="ADAL" clId="{95355E02-ECE3-4FCD-AD74-20680A93A642}" dt="2020-04-06T19:25:47.437" v="2969" actId="478"/>
          <ac:spMkLst>
            <pc:docMk/>
            <pc:sldMk cId="357758003" sldId="305"/>
            <ac:spMk id="11" creationId="{00000000-0000-0000-0000-000000000000}"/>
          </ac:spMkLst>
        </pc:spChg>
        <pc:picChg chg="del">
          <ac:chgData name="Csaba Lamfalusi" userId="cbc279de-7f57-4534-a6c5-8d01537d4a9e" providerId="ADAL" clId="{95355E02-ECE3-4FCD-AD74-20680A93A642}" dt="2020-04-06T19:25:18.082" v="2966" actId="478"/>
          <ac:picMkLst>
            <pc:docMk/>
            <pc:sldMk cId="357758003" sldId="305"/>
            <ac:picMk id="12" creationId="{A5E9A432-2662-43F5-8F99-ADEFE63B8B3E}"/>
          </ac:picMkLst>
        </pc:picChg>
        <pc:picChg chg="del">
          <ac:chgData name="Csaba Lamfalusi" userId="cbc279de-7f57-4534-a6c5-8d01537d4a9e" providerId="ADAL" clId="{95355E02-ECE3-4FCD-AD74-20680A93A642}" dt="2020-04-06T19:25:47.437" v="2969" actId="478"/>
          <ac:picMkLst>
            <pc:docMk/>
            <pc:sldMk cId="357758003" sldId="305"/>
            <ac:picMk id="13" creationId="{8646781B-8857-44D0-B598-3483DFF20720}"/>
          </ac:picMkLst>
        </pc:picChg>
        <pc:picChg chg="add">
          <ac:chgData name="Csaba Lamfalusi" userId="cbc279de-7f57-4534-a6c5-8d01537d4a9e" providerId="ADAL" clId="{95355E02-ECE3-4FCD-AD74-20680A93A642}" dt="2020-04-06T19:25:27.780" v="2967"/>
          <ac:picMkLst>
            <pc:docMk/>
            <pc:sldMk cId="357758003" sldId="305"/>
            <ac:picMk id="4098" creationId="{56D6736E-DFE4-4130-8A47-B7E2480F7667}"/>
          </ac:picMkLst>
        </pc:picChg>
      </pc:sldChg>
      <pc:sldChg chg="addSp delSp modSp add mod">
        <pc:chgData name="Csaba Lamfalusi" userId="cbc279de-7f57-4534-a6c5-8d01537d4a9e" providerId="ADAL" clId="{95355E02-ECE3-4FCD-AD74-20680A93A642}" dt="2020-04-06T21:57:19.721" v="4040"/>
        <pc:sldMkLst>
          <pc:docMk/>
          <pc:sldMk cId="229357261" sldId="306"/>
        </pc:sldMkLst>
        <pc:spChg chg="mod">
          <ac:chgData name="Csaba Lamfalusi" userId="cbc279de-7f57-4534-a6c5-8d01537d4a9e" providerId="ADAL" clId="{95355E02-ECE3-4FCD-AD74-20680A93A642}" dt="2020-04-06T21:17:26.514" v="3388" actId="20577"/>
          <ac:spMkLst>
            <pc:docMk/>
            <pc:sldMk cId="229357261" sldId="306"/>
            <ac:spMk id="3" creationId="{00000000-0000-0000-0000-000000000000}"/>
          </ac:spMkLst>
        </pc:spChg>
        <pc:spChg chg="mod">
          <ac:chgData name="Csaba Lamfalusi" userId="cbc279de-7f57-4534-a6c5-8d01537d4a9e" providerId="ADAL" clId="{95355E02-ECE3-4FCD-AD74-20680A93A642}" dt="2020-04-06T21:57:19.721" v="4040"/>
          <ac:spMkLst>
            <pc:docMk/>
            <pc:sldMk cId="229357261" sldId="306"/>
            <ac:spMk id="20" creationId="{6B5B1895-01EE-4426-BB19-5AB80E885257}"/>
          </ac:spMkLst>
        </pc:spChg>
        <pc:picChg chg="add">
          <ac:chgData name="Csaba Lamfalusi" userId="cbc279de-7f57-4534-a6c5-8d01537d4a9e" providerId="ADAL" clId="{95355E02-ECE3-4FCD-AD74-20680A93A642}" dt="2020-04-06T21:17:08.535" v="3386"/>
          <ac:picMkLst>
            <pc:docMk/>
            <pc:sldMk cId="229357261" sldId="306"/>
            <ac:picMk id="7" creationId="{5995FAF1-A001-4EE2-94F8-4BC22A2494C2}"/>
          </ac:picMkLst>
        </pc:picChg>
        <pc:picChg chg="del">
          <ac:chgData name="Csaba Lamfalusi" userId="cbc279de-7f57-4534-a6c5-8d01537d4a9e" providerId="ADAL" clId="{95355E02-ECE3-4FCD-AD74-20680A93A642}" dt="2020-04-06T21:17:07.404" v="3385" actId="478"/>
          <ac:picMkLst>
            <pc:docMk/>
            <pc:sldMk cId="229357261" sldId="306"/>
            <ac:picMk id="10" creationId="{F0C07854-03F7-4646-82F1-18DA1A2F019D}"/>
          </ac:picMkLst>
        </pc:picChg>
      </pc:sldChg>
    </pc:docChg>
  </pc:docChgLst>
  <pc:docChgLst>
    <pc:chgData name="Csaba Lamfalusi" userId="cbc279de-7f57-4534-a6c5-8d01537d4a9e" providerId="ADAL" clId="{BB3D73B0-41D4-4A5A-A17A-A99637C5820D}"/>
    <pc:docChg chg="undo redo custSel addSld delSld modSld sldOrd">
      <pc:chgData name="Csaba Lamfalusi" userId="cbc279de-7f57-4534-a6c5-8d01537d4a9e" providerId="ADAL" clId="{BB3D73B0-41D4-4A5A-A17A-A99637C5820D}" dt="2022-02-16T18:21:37.258" v="712"/>
      <pc:docMkLst>
        <pc:docMk/>
      </pc:docMkLst>
      <pc:sldChg chg="modSp mod">
        <pc:chgData name="Csaba Lamfalusi" userId="cbc279de-7f57-4534-a6c5-8d01537d4a9e" providerId="ADAL" clId="{BB3D73B0-41D4-4A5A-A17A-A99637C5820D}" dt="2022-02-15T15:17:54.158" v="3" actId="20577"/>
        <pc:sldMkLst>
          <pc:docMk/>
          <pc:sldMk cId="1733196742" sldId="256"/>
        </pc:sldMkLst>
        <pc:spChg chg="mod">
          <ac:chgData name="Csaba Lamfalusi" userId="cbc279de-7f57-4534-a6c5-8d01537d4a9e" providerId="ADAL" clId="{BB3D73B0-41D4-4A5A-A17A-A99637C5820D}" dt="2022-02-15T15:17:54.158" v="3" actId="20577"/>
          <ac:spMkLst>
            <pc:docMk/>
            <pc:sldMk cId="1733196742" sldId="256"/>
            <ac:spMk id="4" creationId="{00000000-0000-0000-0000-000000000000}"/>
          </ac:spMkLst>
        </pc:spChg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3499599598" sldId="263"/>
        </pc:sldMkLst>
      </pc:sldChg>
      <pc:sldChg chg="modSp mod">
        <pc:chgData name="Csaba Lamfalusi" userId="cbc279de-7f57-4534-a6c5-8d01537d4a9e" providerId="ADAL" clId="{BB3D73B0-41D4-4A5A-A17A-A99637C5820D}" dt="2022-02-16T18:15:07.544" v="661" actId="20577"/>
        <pc:sldMkLst>
          <pc:docMk/>
          <pc:sldMk cId="3568211985" sldId="264"/>
        </pc:sldMkLst>
        <pc:spChg chg="mod">
          <ac:chgData name="Csaba Lamfalusi" userId="cbc279de-7f57-4534-a6c5-8d01537d4a9e" providerId="ADAL" clId="{BB3D73B0-41D4-4A5A-A17A-A99637C5820D}" dt="2022-02-15T15:20:39.870" v="29" actId="20577"/>
          <ac:spMkLst>
            <pc:docMk/>
            <pc:sldMk cId="3568211985" sldId="264"/>
            <ac:spMk id="21" creationId="{00000000-0000-0000-0000-000000000000}"/>
          </ac:spMkLst>
        </pc:spChg>
        <pc:spChg chg="mod">
          <ac:chgData name="Csaba Lamfalusi" userId="cbc279de-7f57-4534-a6c5-8d01537d4a9e" providerId="ADAL" clId="{BB3D73B0-41D4-4A5A-A17A-A99637C5820D}" dt="2022-02-16T18:15:07.544" v="661" actId="20577"/>
          <ac:spMkLst>
            <pc:docMk/>
            <pc:sldMk cId="3568211985" sldId="264"/>
            <ac:spMk id="27" creationId="{00000000-0000-0000-0000-000000000000}"/>
          </ac:spMkLst>
        </pc:spChg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3390816649" sldId="269"/>
        </pc:sldMkLst>
      </pc:sldChg>
      <pc:sldChg chg="modSp mod ord">
        <pc:chgData name="Csaba Lamfalusi" userId="cbc279de-7f57-4534-a6c5-8d01537d4a9e" providerId="ADAL" clId="{BB3D73B0-41D4-4A5A-A17A-A99637C5820D}" dt="2022-02-16T18:16:27.129" v="704" actId="20577"/>
        <pc:sldMkLst>
          <pc:docMk/>
          <pc:sldMk cId="1440452983" sldId="272"/>
        </pc:sldMkLst>
        <pc:spChg chg="mod">
          <ac:chgData name="Csaba Lamfalusi" userId="cbc279de-7f57-4534-a6c5-8d01537d4a9e" providerId="ADAL" clId="{BB3D73B0-41D4-4A5A-A17A-A99637C5820D}" dt="2022-02-16T18:16:27.129" v="704" actId="20577"/>
          <ac:spMkLst>
            <pc:docMk/>
            <pc:sldMk cId="1440452983" sldId="272"/>
            <ac:spMk id="4" creationId="{00000000-0000-0000-0000-000000000000}"/>
          </ac:spMkLst>
        </pc:spChg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822181702" sldId="304"/>
        </pc:sldMkLst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1210847471" sldId="305"/>
        </pc:sldMkLst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3405340709" sldId="306"/>
        </pc:sldMkLst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817104450" sldId="307"/>
        </pc:sldMkLst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1479953184" sldId="308"/>
        </pc:sldMkLst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233645001" sldId="309"/>
        </pc:sldMkLst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4033433237" sldId="310"/>
        </pc:sldMkLst>
      </pc:sldChg>
      <pc:sldChg chg="del">
        <pc:chgData name="Csaba Lamfalusi" userId="cbc279de-7f57-4534-a6c5-8d01537d4a9e" providerId="ADAL" clId="{BB3D73B0-41D4-4A5A-A17A-A99637C5820D}" dt="2022-02-16T18:16:10.517" v="676" actId="47"/>
        <pc:sldMkLst>
          <pc:docMk/>
          <pc:sldMk cId="1728614233" sldId="311"/>
        </pc:sldMkLst>
      </pc:sldChg>
      <pc:sldChg chg="modSp mod ord">
        <pc:chgData name="Csaba Lamfalusi" userId="cbc279de-7f57-4534-a6c5-8d01537d4a9e" providerId="ADAL" clId="{BB3D73B0-41D4-4A5A-A17A-A99637C5820D}" dt="2022-02-16T18:16:36.601" v="708" actId="20577"/>
        <pc:sldMkLst>
          <pc:docMk/>
          <pc:sldMk cId="2108864929" sldId="312"/>
        </pc:sldMkLst>
        <pc:spChg chg="mod">
          <ac:chgData name="Csaba Lamfalusi" userId="cbc279de-7f57-4534-a6c5-8d01537d4a9e" providerId="ADAL" clId="{BB3D73B0-41D4-4A5A-A17A-A99637C5820D}" dt="2022-02-16T18:16:36.601" v="708" actId="20577"/>
          <ac:spMkLst>
            <pc:docMk/>
            <pc:sldMk cId="2108864929" sldId="312"/>
            <ac:spMk id="4" creationId="{00000000-0000-0000-0000-000000000000}"/>
          </ac:spMkLst>
        </pc:spChg>
      </pc:sldChg>
      <pc:sldChg chg="ord">
        <pc:chgData name="Csaba Lamfalusi" userId="cbc279de-7f57-4534-a6c5-8d01537d4a9e" providerId="ADAL" clId="{BB3D73B0-41D4-4A5A-A17A-A99637C5820D}" dt="2022-02-16T18:15:30.202" v="667"/>
        <pc:sldMkLst>
          <pc:docMk/>
          <pc:sldMk cId="3492091565" sldId="313"/>
        </pc:sldMkLst>
      </pc:sldChg>
      <pc:sldChg chg="addSp delSp modSp add mod ord">
        <pc:chgData name="Csaba Lamfalusi" userId="cbc279de-7f57-4534-a6c5-8d01537d4a9e" providerId="ADAL" clId="{BB3D73B0-41D4-4A5A-A17A-A99637C5820D}" dt="2022-02-16T18:21:37.258" v="712"/>
        <pc:sldMkLst>
          <pc:docMk/>
          <pc:sldMk cId="556133663" sldId="314"/>
        </pc:sldMkLst>
        <pc:spChg chg="mod">
          <ac:chgData name="Csaba Lamfalusi" userId="cbc279de-7f57-4534-a6c5-8d01537d4a9e" providerId="ADAL" clId="{BB3D73B0-41D4-4A5A-A17A-A99637C5820D}" dt="2022-02-15T15:24:23.039" v="70" actId="20577"/>
          <ac:spMkLst>
            <pc:docMk/>
            <pc:sldMk cId="556133663" sldId="314"/>
            <ac:spMk id="3" creationId="{00000000-0000-0000-0000-000000000000}"/>
          </ac:spMkLst>
        </pc:spChg>
        <pc:spChg chg="mod">
          <ac:chgData name="Csaba Lamfalusi" userId="cbc279de-7f57-4534-a6c5-8d01537d4a9e" providerId="ADAL" clId="{BB3D73B0-41D4-4A5A-A17A-A99637C5820D}" dt="2022-02-15T15:25:18.960" v="193" actId="20577"/>
          <ac:spMkLst>
            <pc:docMk/>
            <pc:sldMk cId="556133663" sldId="314"/>
            <ac:spMk id="4" creationId="{00000000-0000-0000-0000-000000000000}"/>
          </ac:spMkLst>
        </pc:spChg>
        <pc:spChg chg="add del mod">
          <ac:chgData name="Csaba Lamfalusi" userId="cbc279de-7f57-4534-a6c5-8d01537d4a9e" providerId="ADAL" clId="{BB3D73B0-41D4-4A5A-A17A-A99637C5820D}" dt="2022-02-15T15:24:29.999" v="72" actId="478"/>
          <ac:spMkLst>
            <pc:docMk/>
            <pc:sldMk cId="556133663" sldId="314"/>
            <ac:spMk id="6" creationId="{DFD05D24-C31B-4953-A857-86C4201DBDCE}"/>
          </ac:spMkLst>
        </pc:spChg>
        <pc:spChg chg="del">
          <ac:chgData name="Csaba Lamfalusi" userId="cbc279de-7f57-4534-a6c5-8d01537d4a9e" providerId="ADAL" clId="{BB3D73B0-41D4-4A5A-A17A-A99637C5820D}" dt="2022-02-15T15:24:36.606" v="74" actId="478"/>
          <ac:spMkLst>
            <pc:docMk/>
            <pc:sldMk cId="556133663" sldId="314"/>
            <ac:spMk id="8" creationId="{5950431D-E0EF-4204-8939-72554A88B94A}"/>
          </ac:spMkLst>
        </pc:spChg>
        <pc:spChg chg="del">
          <ac:chgData name="Csaba Lamfalusi" userId="cbc279de-7f57-4534-a6c5-8d01537d4a9e" providerId="ADAL" clId="{BB3D73B0-41D4-4A5A-A17A-A99637C5820D}" dt="2022-02-15T15:24:34.863" v="73" actId="478"/>
          <ac:spMkLst>
            <pc:docMk/>
            <pc:sldMk cId="556133663" sldId="314"/>
            <ac:spMk id="9" creationId="{D4E5D8C5-C811-4754-A801-62D5E0826244}"/>
          </ac:spMkLst>
        </pc:spChg>
        <pc:spChg chg="del">
          <ac:chgData name="Csaba Lamfalusi" userId="cbc279de-7f57-4534-a6c5-8d01537d4a9e" providerId="ADAL" clId="{BB3D73B0-41D4-4A5A-A17A-A99637C5820D}" dt="2022-02-15T15:24:27.697" v="71" actId="478"/>
          <ac:spMkLst>
            <pc:docMk/>
            <pc:sldMk cId="556133663" sldId="314"/>
            <ac:spMk id="11" creationId="{00000000-0000-0000-0000-000000000000}"/>
          </ac:spMkLst>
        </pc:spChg>
        <pc:spChg chg="add del mod">
          <ac:chgData name="Csaba Lamfalusi" userId="cbc279de-7f57-4534-a6c5-8d01537d4a9e" providerId="ADAL" clId="{BB3D73B0-41D4-4A5A-A17A-A99637C5820D}" dt="2022-02-15T15:25:33.274" v="197" actId="22"/>
          <ac:spMkLst>
            <pc:docMk/>
            <pc:sldMk cId="556133663" sldId="314"/>
            <ac:spMk id="13" creationId="{C8601113-1F7E-4E81-AF49-9C6311B907B4}"/>
          </ac:spMkLst>
        </pc:spChg>
        <pc:picChg chg="add del">
          <ac:chgData name="Csaba Lamfalusi" userId="cbc279de-7f57-4534-a6c5-8d01537d4a9e" providerId="ADAL" clId="{BB3D73B0-41D4-4A5A-A17A-A99637C5820D}" dt="2022-02-15T15:25:29.631" v="195" actId="22"/>
          <ac:picMkLst>
            <pc:docMk/>
            <pc:sldMk cId="556133663" sldId="314"/>
            <ac:picMk id="10" creationId="{2C41FA8C-6CB6-4969-9DEA-89A9461C47EA}"/>
          </ac:picMkLst>
        </pc:picChg>
        <pc:picChg chg="add mod ord modCrop">
          <ac:chgData name="Csaba Lamfalusi" userId="cbc279de-7f57-4534-a6c5-8d01537d4a9e" providerId="ADAL" clId="{BB3D73B0-41D4-4A5A-A17A-A99637C5820D}" dt="2022-02-15T15:25:33.274" v="197" actId="22"/>
          <ac:picMkLst>
            <pc:docMk/>
            <pc:sldMk cId="556133663" sldId="314"/>
            <ac:picMk id="15" creationId="{C45FB24D-EEEC-47A6-8ADC-4C53F6288A9F}"/>
          </ac:picMkLst>
        </pc:picChg>
        <pc:picChg chg="del">
          <ac:chgData name="Csaba Lamfalusi" userId="cbc279de-7f57-4534-a6c5-8d01537d4a9e" providerId="ADAL" clId="{BB3D73B0-41D4-4A5A-A17A-A99637C5820D}" dt="2022-02-15T15:25:31.792" v="196" actId="478"/>
          <ac:picMkLst>
            <pc:docMk/>
            <pc:sldMk cId="556133663" sldId="314"/>
            <ac:picMk id="16" creationId="{A57361C7-324D-4092-BA3D-31E95E11ED32}"/>
          </ac:picMkLst>
        </pc:picChg>
      </pc:sldChg>
      <pc:sldChg chg="add del">
        <pc:chgData name="Csaba Lamfalusi" userId="cbc279de-7f57-4534-a6c5-8d01537d4a9e" providerId="ADAL" clId="{BB3D73B0-41D4-4A5A-A17A-A99637C5820D}" dt="2022-02-15T15:24:04.689" v="35"/>
        <pc:sldMkLst>
          <pc:docMk/>
          <pc:sldMk cId="3000714539" sldId="314"/>
        </pc:sldMkLst>
      </pc:sldChg>
      <pc:sldChg chg="add del">
        <pc:chgData name="Csaba Lamfalusi" userId="cbc279de-7f57-4534-a6c5-8d01537d4a9e" providerId="ADAL" clId="{BB3D73B0-41D4-4A5A-A17A-A99637C5820D}" dt="2022-02-15T15:24:04.193" v="34"/>
        <pc:sldMkLst>
          <pc:docMk/>
          <pc:sldMk cId="1939515149" sldId="315"/>
        </pc:sldMkLst>
      </pc:sldChg>
      <pc:sldChg chg="addSp delSp modSp add del mod ord">
        <pc:chgData name="Csaba Lamfalusi" userId="cbc279de-7f57-4534-a6c5-8d01537d4a9e" providerId="ADAL" clId="{BB3D73B0-41D4-4A5A-A17A-A99637C5820D}" dt="2022-02-16T18:05:22.701" v="611" actId="47"/>
        <pc:sldMkLst>
          <pc:docMk/>
          <pc:sldMk cId="4004783621" sldId="315"/>
        </pc:sldMkLst>
        <pc:spChg chg="mod">
          <ac:chgData name="Csaba Lamfalusi" userId="cbc279de-7f57-4534-a6c5-8d01537d4a9e" providerId="ADAL" clId="{BB3D73B0-41D4-4A5A-A17A-A99637C5820D}" dt="2022-02-15T15:26:02.063" v="227" actId="20577"/>
          <ac:spMkLst>
            <pc:docMk/>
            <pc:sldMk cId="4004783621" sldId="315"/>
            <ac:spMk id="3" creationId="{00000000-0000-0000-0000-000000000000}"/>
          </ac:spMkLst>
        </pc:spChg>
        <pc:spChg chg="add mod">
          <ac:chgData name="Csaba Lamfalusi" userId="cbc279de-7f57-4534-a6c5-8d01537d4a9e" providerId="ADAL" clId="{BB3D73B0-41D4-4A5A-A17A-A99637C5820D}" dt="2022-02-16T18:05:06.875" v="608" actId="478"/>
          <ac:spMkLst>
            <pc:docMk/>
            <pc:sldMk cId="4004783621" sldId="315"/>
            <ac:spMk id="6" creationId="{99359B18-B551-4F12-BE57-DDE6DCB9FCB8}"/>
          </ac:spMkLst>
        </pc:spChg>
        <pc:picChg chg="del">
          <ac:chgData name="Csaba Lamfalusi" userId="cbc279de-7f57-4534-a6c5-8d01537d4a9e" providerId="ADAL" clId="{BB3D73B0-41D4-4A5A-A17A-A99637C5820D}" dt="2022-02-16T18:05:06.875" v="608" actId="478"/>
          <ac:picMkLst>
            <pc:docMk/>
            <pc:sldMk cId="4004783621" sldId="315"/>
            <ac:picMk id="16" creationId="{A57361C7-324D-4092-BA3D-31E95E11ED32}"/>
          </ac:picMkLst>
        </pc:picChg>
      </pc:sldChg>
      <pc:sldChg chg="addSp delSp modSp add mod">
        <pc:chgData name="Csaba Lamfalusi" userId="cbc279de-7f57-4534-a6c5-8d01537d4a9e" providerId="ADAL" clId="{BB3D73B0-41D4-4A5A-A17A-A99637C5820D}" dt="2022-02-15T15:47:03.109" v="294" actId="22"/>
        <pc:sldMkLst>
          <pc:docMk/>
          <pc:sldMk cId="1482063475" sldId="316"/>
        </pc:sldMkLst>
        <pc:spChg chg="mod">
          <ac:chgData name="Csaba Lamfalusi" userId="cbc279de-7f57-4534-a6c5-8d01537d4a9e" providerId="ADAL" clId="{BB3D73B0-41D4-4A5A-A17A-A99637C5820D}" dt="2022-02-15T15:46:10.691" v="240" actId="20577"/>
          <ac:spMkLst>
            <pc:docMk/>
            <pc:sldMk cId="1482063475" sldId="316"/>
            <ac:spMk id="3" creationId="{00000000-0000-0000-0000-000000000000}"/>
          </ac:spMkLst>
        </pc:spChg>
        <pc:spChg chg="mod">
          <ac:chgData name="Csaba Lamfalusi" userId="cbc279de-7f57-4534-a6c5-8d01537d4a9e" providerId="ADAL" clId="{BB3D73B0-41D4-4A5A-A17A-A99637C5820D}" dt="2022-02-15T15:46:44.692" v="290" actId="20577"/>
          <ac:spMkLst>
            <pc:docMk/>
            <pc:sldMk cId="1482063475" sldId="316"/>
            <ac:spMk id="4" creationId="{00000000-0000-0000-0000-000000000000}"/>
          </ac:spMkLst>
        </pc:spChg>
        <pc:spChg chg="add del mod">
          <ac:chgData name="Csaba Lamfalusi" userId="cbc279de-7f57-4534-a6c5-8d01537d4a9e" providerId="ADAL" clId="{BB3D73B0-41D4-4A5A-A17A-A99637C5820D}" dt="2022-02-15T15:46:16.420" v="242" actId="478"/>
          <ac:spMkLst>
            <pc:docMk/>
            <pc:sldMk cId="1482063475" sldId="316"/>
            <ac:spMk id="6" creationId="{88E451D3-14D3-4040-9015-BB96B871F236}"/>
          </ac:spMkLst>
        </pc:spChg>
        <pc:spChg chg="del">
          <ac:chgData name="Csaba Lamfalusi" userId="cbc279de-7f57-4534-a6c5-8d01537d4a9e" providerId="ADAL" clId="{BB3D73B0-41D4-4A5A-A17A-A99637C5820D}" dt="2022-02-15T15:46:19.828" v="244" actId="478"/>
          <ac:spMkLst>
            <pc:docMk/>
            <pc:sldMk cId="1482063475" sldId="316"/>
            <ac:spMk id="8" creationId="{5950431D-E0EF-4204-8939-72554A88B94A}"/>
          </ac:spMkLst>
        </pc:spChg>
        <pc:spChg chg="del">
          <ac:chgData name="Csaba Lamfalusi" userId="cbc279de-7f57-4534-a6c5-8d01537d4a9e" providerId="ADAL" clId="{BB3D73B0-41D4-4A5A-A17A-A99637C5820D}" dt="2022-02-15T15:46:18.612" v="243" actId="478"/>
          <ac:spMkLst>
            <pc:docMk/>
            <pc:sldMk cId="1482063475" sldId="316"/>
            <ac:spMk id="9" creationId="{D4E5D8C5-C811-4754-A801-62D5E0826244}"/>
          </ac:spMkLst>
        </pc:spChg>
        <pc:spChg chg="add del mod">
          <ac:chgData name="Csaba Lamfalusi" userId="cbc279de-7f57-4534-a6c5-8d01537d4a9e" providerId="ADAL" clId="{BB3D73B0-41D4-4A5A-A17A-A99637C5820D}" dt="2022-02-15T15:47:03.109" v="294" actId="22"/>
          <ac:spMkLst>
            <pc:docMk/>
            <pc:sldMk cId="1482063475" sldId="316"/>
            <ac:spMk id="10" creationId="{29B148F9-8672-4FB0-92C6-8D9682D41EB5}"/>
          </ac:spMkLst>
        </pc:spChg>
        <pc:spChg chg="del">
          <ac:chgData name="Csaba Lamfalusi" userId="cbc279de-7f57-4534-a6c5-8d01537d4a9e" providerId="ADAL" clId="{BB3D73B0-41D4-4A5A-A17A-A99637C5820D}" dt="2022-02-15T15:46:14.981" v="241" actId="478"/>
          <ac:spMkLst>
            <pc:docMk/>
            <pc:sldMk cId="1482063475" sldId="316"/>
            <ac:spMk id="11" creationId="{00000000-0000-0000-0000-000000000000}"/>
          </ac:spMkLst>
        </pc:spChg>
        <pc:picChg chg="add del">
          <ac:chgData name="Csaba Lamfalusi" userId="cbc279de-7f57-4534-a6c5-8d01537d4a9e" providerId="ADAL" clId="{BB3D73B0-41D4-4A5A-A17A-A99637C5820D}" dt="2022-02-15T15:47:01.972" v="293" actId="478"/>
          <ac:picMkLst>
            <pc:docMk/>
            <pc:sldMk cId="1482063475" sldId="316"/>
            <ac:picMk id="13" creationId="{C5DAD810-7F68-4DCA-8F3C-DD886302A046}"/>
          </ac:picMkLst>
        </pc:picChg>
        <pc:picChg chg="add mod ord modCrop">
          <ac:chgData name="Csaba Lamfalusi" userId="cbc279de-7f57-4534-a6c5-8d01537d4a9e" providerId="ADAL" clId="{BB3D73B0-41D4-4A5A-A17A-A99637C5820D}" dt="2022-02-15T15:47:03.109" v="294" actId="22"/>
          <ac:picMkLst>
            <pc:docMk/>
            <pc:sldMk cId="1482063475" sldId="316"/>
            <ac:picMk id="15" creationId="{02927592-E836-49B7-8A30-3373B01AB99A}"/>
          </ac:picMkLst>
        </pc:picChg>
        <pc:picChg chg="del">
          <ac:chgData name="Csaba Lamfalusi" userId="cbc279de-7f57-4534-a6c5-8d01537d4a9e" providerId="ADAL" clId="{BB3D73B0-41D4-4A5A-A17A-A99637C5820D}" dt="2022-02-15T15:46:49.236" v="291" actId="478"/>
          <ac:picMkLst>
            <pc:docMk/>
            <pc:sldMk cId="1482063475" sldId="316"/>
            <ac:picMk id="16" creationId="{A57361C7-324D-4092-BA3D-31E95E11ED32}"/>
          </ac:picMkLst>
        </pc:picChg>
      </pc:sldChg>
      <pc:sldChg chg="add del">
        <pc:chgData name="Csaba Lamfalusi" userId="cbc279de-7f57-4534-a6c5-8d01537d4a9e" providerId="ADAL" clId="{BB3D73B0-41D4-4A5A-A17A-A99637C5820D}" dt="2022-02-15T15:24:03.713" v="33"/>
        <pc:sldMkLst>
          <pc:docMk/>
          <pc:sldMk cId="2586236657" sldId="316"/>
        </pc:sldMkLst>
      </pc:sldChg>
      <pc:sldChg chg="modSp add del mod">
        <pc:chgData name="Csaba Lamfalusi" userId="cbc279de-7f57-4534-a6c5-8d01537d4a9e" providerId="ADAL" clId="{BB3D73B0-41D4-4A5A-A17A-A99637C5820D}" dt="2022-02-15T15:47:27.899" v="304" actId="47"/>
        <pc:sldMkLst>
          <pc:docMk/>
          <pc:sldMk cId="2166553242" sldId="317"/>
        </pc:sldMkLst>
        <pc:spChg chg="mod">
          <ac:chgData name="Csaba Lamfalusi" userId="cbc279de-7f57-4534-a6c5-8d01537d4a9e" providerId="ADAL" clId="{BB3D73B0-41D4-4A5A-A17A-A99637C5820D}" dt="2022-02-15T15:47:18.019" v="301" actId="20577"/>
          <ac:spMkLst>
            <pc:docMk/>
            <pc:sldMk cId="2166553242" sldId="317"/>
            <ac:spMk id="3" creationId="{00000000-0000-0000-0000-000000000000}"/>
          </ac:spMkLst>
        </pc:spChg>
        <pc:spChg chg="mod">
          <ac:chgData name="Csaba Lamfalusi" userId="cbc279de-7f57-4534-a6c5-8d01537d4a9e" providerId="ADAL" clId="{BB3D73B0-41D4-4A5A-A17A-A99637C5820D}" dt="2022-02-15T15:47:21.158" v="302" actId="6549"/>
          <ac:spMkLst>
            <pc:docMk/>
            <pc:sldMk cId="2166553242" sldId="317"/>
            <ac:spMk id="4" creationId="{00000000-0000-0000-0000-000000000000}"/>
          </ac:spMkLst>
        </pc:spChg>
      </pc:sldChg>
      <pc:sldChg chg="addSp delSp modSp add mod ord">
        <pc:chgData name="Csaba Lamfalusi" userId="cbc279de-7f57-4534-a6c5-8d01537d4a9e" providerId="ADAL" clId="{BB3D73B0-41D4-4A5A-A17A-A99637C5820D}" dt="2022-02-16T18:21:19.825" v="710"/>
        <pc:sldMkLst>
          <pc:docMk/>
          <pc:sldMk cId="419756446" sldId="318"/>
        </pc:sldMkLst>
        <pc:spChg chg="mod">
          <ac:chgData name="Csaba Lamfalusi" userId="cbc279de-7f57-4534-a6c5-8d01537d4a9e" providerId="ADAL" clId="{BB3D73B0-41D4-4A5A-A17A-A99637C5820D}" dt="2022-02-15T15:47:33.844" v="315" actId="20577"/>
          <ac:spMkLst>
            <pc:docMk/>
            <pc:sldMk cId="419756446" sldId="318"/>
            <ac:spMk id="3" creationId="{00000000-0000-0000-0000-000000000000}"/>
          </ac:spMkLst>
        </pc:spChg>
        <pc:spChg chg="add del mod">
          <ac:chgData name="Csaba Lamfalusi" userId="cbc279de-7f57-4534-a6c5-8d01537d4a9e" providerId="ADAL" clId="{BB3D73B0-41D4-4A5A-A17A-A99637C5820D}" dt="2022-02-15T15:47:40.103" v="317" actId="22"/>
          <ac:spMkLst>
            <pc:docMk/>
            <pc:sldMk cId="419756446" sldId="318"/>
            <ac:spMk id="4" creationId="{8343ACAB-B25D-4DE1-916A-6F8FA73B50EC}"/>
          </ac:spMkLst>
        </pc:spChg>
        <pc:picChg chg="del">
          <ac:chgData name="Csaba Lamfalusi" userId="cbc279de-7f57-4534-a6c5-8d01537d4a9e" providerId="ADAL" clId="{BB3D73B0-41D4-4A5A-A17A-A99637C5820D}" dt="2022-02-15T15:47:35.543" v="316" actId="478"/>
          <ac:picMkLst>
            <pc:docMk/>
            <pc:sldMk cId="419756446" sldId="318"/>
            <ac:picMk id="7" creationId="{B7E98109-123E-4B10-BA18-948F02803757}"/>
          </ac:picMkLst>
        </pc:picChg>
        <pc:picChg chg="add mod ord">
          <ac:chgData name="Csaba Lamfalusi" userId="cbc279de-7f57-4534-a6c5-8d01537d4a9e" providerId="ADAL" clId="{BB3D73B0-41D4-4A5A-A17A-A99637C5820D}" dt="2022-02-15T15:47:40.103" v="317" actId="22"/>
          <ac:picMkLst>
            <pc:docMk/>
            <pc:sldMk cId="419756446" sldId="318"/>
            <ac:picMk id="8" creationId="{1ABB2849-4D48-48D0-B988-71D949FC537B}"/>
          </ac:picMkLst>
        </pc:picChg>
      </pc:sldChg>
      <pc:sldChg chg="addSp delSp modSp add mod">
        <pc:chgData name="Csaba Lamfalusi" userId="cbc279de-7f57-4534-a6c5-8d01537d4a9e" providerId="ADAL" clId="{BB3D73B0-41D4-4A5A-A17A-A99637C5820D}" dt="2022-02-15T15:49:32.279" v="333" actId="22"/>
        <pc:sldMkLst>
          <pc:docMk/>
          <pc:sldMk cId="3321536189" sldId="319"/>
        </pc:sldMkLst>
        <pc:spChg chg="mod">
          <ac:chgData name="Csaba Lamfalusi" userId="cbc279de-7f57-4534-a6c5-8d01537d4a9e" providerId="ADAL" clId="{BB3D73B0-41D4-4A5A-A17A-A99637C5820D}" dt="2022-02-15T15:47:54.390" v="325" actId="20577"/>
          <ac:spMkLst>
            <pc:docMk/>
            <pc:sldMk cId="3321536189" sldId="319"/>
            <ac:spMk id="3" creationId="{00000000-0000-0000-0000-000000000000}"/>
          </ac:spMkLst>
        </pc:spChg>
        <pc:spChg chg="add del mod">
          <ac:chgData name="Csaba Lamfalusi" userId="cbc279de-7f57-4534-a6c5-8d01537d4a9e" providerId="ADAL" clId="{BB3D73B0-41D4-4A5A-A17A-A99637C5820D}" dt="2022-02-15T15:49:32.279" v="333" actId="22"/>
          <ac:spMkLst>
            <pc:docMk/>
            <pc:sldMk cId="3321536189" sldId="319"/>
            <ac:spMk id="4" creationId="{E09B2315-7742-4FBC-9ECF-B644BE7BC7DA}"/>
          </ac:spMkLst>
        </pc:spChg>
        <pc:picChg chg="add mod ord">
          <ac:chgData name="Csaba Lamfalusi" userId="cbc279de-7f57-4534-a6c5-8d01537d4a9e" providerId="ADAL" clId="{BB3D73B0-41D4-4A5A-A17A-A99637C5820D}" dt="2022-02-15T15:49:32.279" v="333" actId="22"/>
          <ac:picMkLst>
            <pc:docMk/>
            <pc:sldMk cId="3321536189" sldId="319"/>
            <ac:picMk id="7" creationId="{C38A78EE-563B-44FB-BE42-5C8B81654006}"/>
          </ac:picMkLst>
        </pc:picChg>
        <pc:picChg chg="del">
          <ac:chgData name="Csaba Lamfalusi" userId="cbc279de-7f57-4534-a6c5-8d01537d4a9e" providerId="ADAL" clId="{BB3D73B0-41D4-4A5A-A17A-A99637C5820D}" dt="2022-02-15T15:48:00.889" v="326" actId="478"/>
          <ac:picMkLst>
            <pc:docMk/>
            <pc:sldMk cId="3321536189" sldId="319"/>
            <ac:picMk id="8" creationId="{1ABB2849-4D48-48D0-B988-71D949FC537B}"/>
          </ac:picMkLst>
        </pc:picChg>
      </pc:sldChg>
      <pc:sldChg chg="addSp delSp modSp add mod">
        <pc:chgData name="Csaba Lamfalusi" userId="cbc279de-7f57-4534-a6c5-8d01537d4a9e" providerId="ADAL" clId="{BB3D73B0-41D4-4A5A-A17A-A99637C5820D}" dt="2022-02-15T15:48:40.744" v="332" actId="22"/>
        <pc:sldMkLst>
          <pc:docMk/>
          <pc:sldMk cId="2869410111" sldId="320"/>
        </pc:sldMkLst>
        <pc:spChg chg="mod">
          <ac:chgData name="Csaba Lamfalusi" userId="cbc279de-7f57-4534-a6c5-8d01537d4a9e" providerId="ADAL" clId="{BB3D73B0-41D4-4A5A-A17A-A99637C5820D}" dt="2022-02-15T15:48:24.885" v="331" actId="6549"/>
          <ac:spMkLst>
            <pc:docMk/>
            <pc:sldMk cId="2869410111" sldId="320"/>
            <ac:spMk id="3" creationId="{00000000-0000-0000-0000-000000000000}"/>
          </ac:spMkLst>
        </pc:spChg>
        <pc:spChg chg="del">
          <ac:chgData name="Csaba Lamfalusi" userId="cbc279de-7f57-4534-a6c5-8d01537d4a9e" providerId="ADAL" clId="{BB3D73B0-41D4-4A5A-A17A-A99637C5820D}" dt="2022-02-15T15:48:40.744" v="332" actId="22"/>
          <ac:spMkLst>
            <pc:docMk/>
            <pc:sldMk cId="2869410111" sldId="320"/>
            <ac:spMk id="4" creationId="{E09B2315-7742-4FBC-9ECF-B644BE7BC7DA}"/>
          </ac:spMkLst>
        </pc:spChg>
        <pc:picChg chg="add mod ord">
          <ac:chgData name="Csaba Lamfalusi" userId="cbc279de-7f57-4534-a6c5-8d01537d4a9e" providerId="ADAL" clId="{BB3D73B0-41D4-4A5A-A17A-A99637C5820D}" dt="2022-02-15T15:48:40.744" v="332" actId="22"/>
          <ac:picMkLst>
            <pc:docMk/>
            <pc:sldMk cId="2869410111" sldId="320"/>
            <ac:picMk id="6" creationId="{26E976A6-FB86-4EFB-BF18-F96BCF24925B}"/>
          </ac:picMkLst>
        </pc:picChg>
      </pc:sldChg>
      <pc:sldChg chg="addSp delSp modSp add mod">
        <pc:chgData name="Csaba Lamfalusi" userId="cbc279de-7f57-4534-a6c5-8d01537d4a9e" providerId="ADAL" clId="{BB3D73B0-41D4-4A5A-A17A-A99637C5820D}" dt="2022-02-15T15:53:00.731" v="435" actId="20577"/>
        <pc:sldMkLst>
          <pc:docMk/>
          <pc:sldMk cId="788969415" sldId="321"/>
        </pc:sldMkLst>
        <pc:spChg chg="mod">
          <ac:chgData name="Csaba Lamfalusi" userId="cbc279de-7f57-4534-a6c5-8d01537d4a9e" providerId="ADAL" clId="{BB3D73B0-41D4-4A5A-A17A-A99637C5820D}" dt="2022-02-15T15:50:15.557" v="342" actId="20577"/>
          <ac:spMkLst>
            <pc:docMk/>
            <pc:sldMk cId="788969415" sldId="321"/>
            <ac:spMk id="3" creationId="{00000000-0000-0000-0000-000000000000}"/>
          </ac:spMkLst>
        </pc:spChg>
        <pc:spChg chg="add mod">
          <ac:chgData name="Csaba Lamfalusi" userId="cbc279de-7f57-4534-a6c5-8d01537d4a9e" providerId="ADAL" clId="{BB3D73B0-41D4-4A5A-A17A-A99637C5820D}" dt="2022-02-15T15:53:00.731" v="435" actId="20577"/>
          <ac:spMkLst>
            <pc:docMk/>
            <pc:sldMk cId="788969415" sldId="321"/>
            <ac:spMk id="4" creationId="{11E2C809-3F3E-448F-86F2-4085DF6C4AA0}"/>
          </ac:spMkLst>
        </pc:spChg>
        <pc:spChg chg="add del">
          <ac:chgData name="Csaba Lamfalusi" userId="cbc279de-7f57-4534-a6c5-8d01537d4a9e" providerId="ADAL" clId="{BB3D73B0-41D4-4A5A-A17A-A99637C5820D}" dt="2022-02-15T15:51:25.894" v="412"/>
          <ac:spMkLst>
            <pc:docMk/>
            <pc:sldMk cId="788969415" sldId="321"/>
            <ac:spMk id="6" creationId="{94C19C4C-0429-4719-A5BE-33F7929F5325}"/>
          </ac:spMkLst>
        </pc:spChg>
        <pc:spChg chg="add del">
          <ac:chgData name="Csaba Lamfalusi" userId="cbc279de-7f57-4534-a6c5-8d01537d4a9e" providerId="ADAL" clId="{BB3D73B0-41D4-4A5A-A17A-A99637C5820D}" dt="2022-02-15T15:51:31.782" v="414"/>
          <ac:spMkLst>
            <pc:docMk/>
            <pc:sldMk cId="788969415" sldId="321"/>
            <ac:spMk id="8" creationId="{C2BD9477-B338-4C10-9CE1-70A63A1E4865}"/>
          </ac:spMkLst>
        </pc:spChg>
        <pc:picChg chg="del">
          <ac:chgData name="Csaba Lamfalusi" userId="cbc279de-7f57-4534-a6c5-8d01537d4a9e" providerId="ADAL" clId="{BB3D73B0-41D4-4A5A-A17A-A99637C5820D}" dt="2022-02-15T15:50:17.207" v="343" actId="478"/>
          <ac:picMkLst>
            <pc:docMk/>
            <pc:sldMk cId="788969415" sldId="321"/>
            <ac:picMk id="7" creationId="{C38A78EE-563B-44FB-BE42-5C8B81654006}"/>
          </ac:picMkLst>
        </pc:picChg>
      </pc:sldChg>
      <pc:sldChg chg="addSp delSp modSp add mod">
        <pc:chgData name="Csaba Lamfalusi" userId="cbc279de-7f57-4534-a6c5-8d01537d4a9e" providerId="ADAL" clId="{BB3D73B0-41D4-4A5A-A17A-A99637C5820D}" dt="2022-02-16T18:10:55.224" v="632" actId="20577"/>
        <pc:sldMkLst>
          <pc:docMk/>
          <pc:sldMk cId="2606070932" sldId="322"/>
        </pc:sldMkLst>
        <pc:spChg chg="mod">
          <ac:chgData name="Csaba Lamfalusi" userId="cbc279de-7f57-4534-a6c5-8d01537d4a9e" providerId="ADAL" clId="{BB3D73B0-41D4-4A5A-A17A-A99637C5820D}" dt="2022-02-16T18:10:55.224" v="632" actId="20577"/>
          <ac:spMkLst>
            <pc:docMk/>
            <pc:sldMk cId="2606070932" sldId="322"/>
            <ac:spMk id="3" creationId="{00000000-0000-0000-0000-000000000000}"/>
          </ac:spMkLst>
        </pc:spChg>
        <pc:spChg chg="del mod">
          <ac:chgData name="Csaba Lamfalusi" userId="cbc279de-7f57-4534-a6c5-8d01537d4a9e" providerId="ADAL" clId="{BB3D73B0-41D4-4A5A-A17A-A99637C5820D}" dt="2022-02-16T18:08:55.705" v="619" actId="478"/>
          <ac:spMkLst>
            <pc:docMk/>
            <pc:sldMk cId="2606070932" sldId="322"/>
            <ac:spMk id="4" creationId="{11E2C809-3F3E-448F-86F2-4085DF6C4AA0}"/>
          </ac:spMkLst>
        </pc:spChg>
        <pc:spChg chg="add del mod">
          <ac:chgData name="Csaba Lamfalusi" userId="cbc279de-7f57-4534-a6c5-8d01537d4a9e" providerId="ADAL" clId="{BB3D73B0-41D4-4A5A-A17A-A99637C5820D}" dt="2022-02-16T18:08:57.144" v="620" actId="478"/>
          <ac:spMkLst>
            <pc:docMk/>
            <pc:sldMk cId="2606070932" sldId="322"/>
            <ac:spMk id="6" creationId="{7594D7A3-82BD-43BE-9091-E9E936EE5C64}"/>
          </ac:spMkLst>
        </pc:spChg>
        <pc:picChg chg="add mod">
          <ac:chgData name="Csaba Lamfalusi" userId="cbc279de-7f57-4534-a6c5-8d01537d4a9e" providerId="ADAL" clId="{BB3D73B0-41D4-4A5A-A17A-A99637C5820D}" dt="2022-02-16T18:10:51.359" v="626" actId="1076"/>
          <ac:picMkLst>
            <pc:docMk/>
            <pc:sldMk cId="2606070932" sldId="322"/>
            <ac:picMk id="8" creationId="{314D723F-484F-4EEE-8CF9-BA26DA7484F9}"/>
          </ac:picMkLst>
        </pc:picChg>
      </pc:sldChg>
      <pc:sldChg chg="addSp delSp modSp add mod">
        <pc:chgData name="Csaba Lamfalusi" userId="cbc279de-7f57-4534-a6c5-8d01537d4a9e" providerId="ADAL" clId="{BB3D73B0-41D4-4A5A-A17A-A99637C5820D}" dt="2022-02-16T18:14:17.966" v="655" actId="1076"/>
        <pc:sldMkLst>
          <pc:docMk/>
          <pc:sldMk cId="4062629888" sldId="323"/>
        </pc:sldMkLst>
        <pc:spChg chg="mod">
          <ac:chgData name="Csaba Lamfalusi" userId="cbc279de-7f57-4534-a6c5-8d01537d4a9e" providerId="ADAL" clId="{BB3D73B0-41D4-4A5A-A17A-A99637C5820D}" dt="2022-02-15T15:53:55.204" v="455" actId="20577"/>
          <ac:spMkLst>
            <pc:docMk/>
            <pc:sldMk cId="4062629888" sldId="323"/>
            <ac:spMk id="3" creationId="{00000000-0000-0000-0000-000000000000}"/>
          </ac:spMkLst>
        </pc:spChg>
        <pc:spChg chg="del">
          <ac:chgData name="Csaba Lamfalusi" userId="cbc279de-7f57-4534-a6c5-8d01537d4a9e" providerId="ADAL" clId="{BB3D73B0-41D4-4A5A-A17A-A99637C5820D}" dt="2022-02-16T18:13:27.708" v="649" actId="478"/>
          <ac:spMkLst>
            <pc:docMk/>
            <pc:sldMk cId="4062629888" sldId="323"/>
            <ac:spMk id="4" creationId="{11E2C809-3F3E-448F-86F2-4085DF6C4AA0}"/>
          </ac:spMkLst>
        </pc:spChg>
        <pc:spChg chg="add del mod">
          <ac:chgData name="Csaba Lamfalusi" userId="cbc279de-7f57-4534-a6c5-8d01537d4a9e" providerId="ADAL" clId="{BB3D73B0-41D4-4A5A-A17A-A99637C5820D}" dt="2022-02-16T18:13:28.426" v="650" actId="478"/>
          <ac:spMkLst>
            <pc:docMk/>
            <pc:sldMk cId="4062629888" sldId="323"/>
            <ac:spMk id="6" creationId="{4CAD476B-88E9-40A3-A640-731E522F7106}"/>
          </ac:spMkLst>
        </pc:spChg>
        <pc:picChg chg="add mod">
          <ac:chgData name="Csaba Lamfalusi" userId="cbc279de-7f57-4534-a6c5-8d01537d4a9e" providerId="ADAL" clId="{BB3D73B0-41D4-4A5A-A17A-A99637C5820D}" dt="2022-02-16T18:13:35.847" v="652" actId="1076"/>
          <ac:picMkLst>
            <pc:docMk/>
            <pc:sldMk cId="4062629888" sldId="323"/>
            <ac:picMk id="8" creationId="{670785FF-3D30-417D-939E-B9DA4ECFF208}"/>
          </ac:picMkLst>
        </pc:picChg>
        <pc:picChg chg="add mod">
          <ac:chgData name="Csaba Lamfalusi" userId="cbc279de-7f57-4534-a6c5-8d01537d4a9e" providerId="ADAL" clId="{BB3D73B0-41D4-4A5A-A17A-A99637C5820D}" dt="2022-02-16T18:14:17.966" v="655" actId="1076"/>
          <ac:picMkLst>
            <pc:docMk/>
            <pc:sldMk cId="4062629888" sldId="323"/>
            <ac:picMk id="10" creationId="{0A114106-6117-466A-A73E-B3203E944689}"/>
          </ac:picMkLst>
        </pc:picChg>
      </pc:sldChg>
      <pc:sldChg chg="addSp modSp add mod">
        <pc:chgData name="Csaba Lamfalusi" userId="cbc279de-7f57-4534-a6c5-8d01537d4a9e" providerId="ADAL" clId="{BB3D73B0-41D4-4A5A-A17A-A99637C5820D}" dt="2022-02-15T16:00:45.757" v="607" actId="732"/>
        <pc:sldMkLst>
          <pc:docMk/>
          <pc:sldMk cId="1271976568" sldId="324"/>
        </pc:sldMkLst>
        <pc:spChg chg="mod">
          <ac:chgData name="Csaba Lamfalusi" userId="cbc279de-7f57-4534-a6c5-8d01537d4a9e" providerId="ADAL" clId="{BB3D73B0-41D4-4A5A-A17A-A99637C5820D}" dt="2022-02-15T15:54:04.452" v="470" actId="20577"/>
          <ac:spMkLst>
            <pc:docMk/>
            <pc:sldMk cId="1271976568" sldId="324"/>
            <ac:spMk id="3" creationId="{00000000-0000-0000-0000-000000000000}"/>
          </ac:spMkLst>
        </pc:spChg>
        <pc:spChg chg="mod">
          <ac:chgData name="Csaba Lamfalusi" userId="cbc279de-7f57-4534-a6c5-8d01537d4a9e" providerId="ADAL" clId="{BB3D73B0-41D4-4A5A-A17A-A99637C5820D}" dt="2022-02-15T15:58:42.006" v="603"/>
          <ac:spMkLst>
            <pc:docMk/>
            <pc:sldMk cId="1271976568" sldId="324"/>
            <ac:spMk id="4" creationId="{11E2C809-3F3E-448F-86F2-4085DF6C4AA0}"/>
          </ac:spMkLst>
        </pc:spChg>
        <pc:picChg chg="add mod">
          <ac:chgData name="Csaba Lamfalusi" userId="cbc279de-7f57-4534-a6c5-8d01537d4a9e" providerId="ADAL" clId="{BB3D73B0-41D4-4A5A-A17A-A99637C5820D}" dt="2022-02-15T16:00:45.757" v="607" actId="732"/>
          <ac:picMkLst>
            <pc:docMk/>
            <pc:sldMk cId="1271976568" sldId="324"/>
            <ac:picMk id="2050" creationId="{413BBBD7-411F-4AAE-A95D-CF7916F8F897}"/>
          </ac:picMkLst>
        </pc:picChg>
      </pc:sldChg>
      <pc:sldChg chg="addSp delSp modSp add mod">
        <pc:chgData name="Csaba Lamfalusi" userId="cbc279de-7f57-4534-a6c5-8d01537d4a9e" providerId="ADAL" clId="{BB3D73B0-41D4-4A5A-A17A-A99637C5820D}" dt="2022-02-16T18:06:26.835" v="615"/>
        <pc:sldMkLst>
          <pc:docMk/>
          <pc:sldMk cId="3287990648" sldId="325"/>
        </pc:sldMkLst>
        <pc:spChg chg="mod">
          <ac:chgData name="Csaba Lamfalusi" userId="cbc279de-7f57-4534-a6c5-8d01537d4a9e" providerId="ADAL" clId="{BB3D73B0-41D4-4A5A-A17A-A99637C5820D}" dt="2022-02-16T18:05:19.698" v="610"/>
          <ac:spMkLst>
            <pc:docMk/>
            <pc:sldMk cId="3287990648" sldId="325"/>
            <ac:spMk id="3" creationId="{00000000-0000-0000-0000-000000000000}"/>
          </ac:spMkLst>
        </pc:spChg>
        <pc:spChg chg="add del mod">
          <ac:chgData name="Csaba Lamfalusi" userId="cbc279de-7f57-4534-a6c5-8d01537d4a9e" providerId="ADAL" clId="{BB3D73B0-41D4-4A5A-A17A-A99637C5820D}" dt="2022-02-16T18:06:26.835" v="615"/>
          <ac:spMkLst>
            <pc:docMk/>
            <pc:sldMk cId="3287990648" sldId="325"/>
            <ac:spMk id="4" creationId="{8CAF6B12-7DE9-423A-A961-8AF6D169EDDD}"/>
          </ac:spMkLst>
        </pc:spChg>
        <pc:picChg chg="del">
          <ac:chgData name="Csaba Lamfalusi" userId="cbc279de-7f57-4534-a6c5-8d01537d4a9e" providerId="ADAL" clId="{BB3D73B0-41D4-4A5A-A17A-A99637C5820D}" dt="2022-02-16T18:06:19.641" v="612" actId="478"/>
          <ac:picMkLst>
            <pc:docMk/>
            <pc:sldMk cId="3287990648" sldId="325"/>
            <ac:picMk id="8" creationId="{1ABB2849-4D48-48D0-B988-71D949FC537B}"/>
          </ac:picMkLst>
        </pc:picChg>
        <pc:picChg chg="add del">
          <ac:chgData name="Csaba Lamfalusi" userId="cbc279de-7f57-4534-a6c5-8d01537d4a9e" providerId="ADAL" clId="{BB3D73B0-41D4-4A5A-A17A-A99637C5820D}" dt="2022-02-16T18:06:22.089" v="614"/>
          <ac:picMkLst>
            <pc:docMk/>
            <pc:sldMk cId="3287990648" sldId="325"/>
            <ac:picMk id="1026" creationId="{89F0BDB7-9D8A-4E28-9AC3-B13B54FDE675}"/>
          </ac:picMkLst>
        </pc:picChg>
        <pc:picChg chg="add mod">
          <ac:chgData name="Csaba Lamfalusi" userId="cbc279de-7f57-4534-a6c5-8d01537d4a9e" providerId="ADAL" clId="{BB3D73B0-41D4-4A5A-A17A-A99637C5820D}" dt="2022-02-16T18:06:26.835" v="615"/>
          <ac:picMkLst>
            <pc:docMk/>
            <pc:sldMk cId="3287990648" sldId="325"/>
            <ac:picMk id="1028" creationId="{7EEDE399-D643-44ED-A879-FED89A9F5F10}"/>
          </ac:picMkLst>
        </pc:picChg>
      </pc:sldChg>
      <pc:sldChg chg="addSp delSp modSp add mod">
        <pc:chgData name="Csaba Lamfalusi" userId="cbc279de-7f57-4534-a6c5-8d01537d4a9e" providerId="ADAL" clId="{BB3D73B0-41D4-4A5A-A17A-A99637C5820D}" dt="2022-02-16T18:12:19.127" v="648" actId="1076"/>
        <pc:sldMkLst>
          <pc:docMk/>
          <pc:sldMk cId="1962156737" sldId="326"/>
        </pc:sldMkLst>
        <pc:spChg chg="mod">
          <ac:chgData name="Csaba Lamfalusi" userId="cbc279de-7f57-4534-a6c5-8d01537d4a9e" providerId="ADAL" clId="{BB3D73B0-41D4-4A5A-A17A-A99637C5820D}" dt="2022-02-16T18:11:08.887" v="640" actId="20577"/>
          <ac:spMkLst>
            <pc:docMk/>
            <pc:sldMk cId="1962156737" sldId="326"/>
            <ac:spMk id="3" creationId="{00000000-0000-0000-0000-000000000000}"/>
          </ac:spMkLst>
        </pc:spChg>
        <pc:picChg chg="add mod">
          <ac:chgData name="Csaba Lamfalusi" userId="cbc279de-7f57-4534-a6c5-8d01537d4a9e" providerId="ADAL" clId="{BB3D73B0-41D4-4A5A-A17A-A99637C5820D}" dt="2022-02-16T18:11:49.632" v="646" actId="1076"/>
          <ac:picMkLst>
            <pc:docMk/>
            <pc:sldMk cId="1962156737" sldId="326"/>
            <ac:picMk id="4" creationId="{B3FFA6AE-C886-43C9-A21B-BDBE681D0B62}"/>
          </ac:picMkLst>
        </pc:picChg>
        <pc:picChg chg="add mod">
          <ac:chgData name="Csaba Lamfalusi" userId="cbc279de-7f57-4534-a6c5-8d01537d4a9e" providerId="ADAL" clId="{BB3D73B0-41D4-4A5A-A17A-A99637C5820D}" dt="2022-02-16T18:12:19.127" v="648" actId="1076"/>
          <ac:picMkLst>
            <pc:docMk/>
            <pc:sldMk cId="1962156737" sldId="326"/>
            <ac:picMk id="7" creationId="{8B675424-9782-442E-A560-93A7E12DC256}"/>
          </ac:picMkLst>
        </pc:picChg>
        <pc:picChg chg="del">
          <ac:chgData name="Csaba Lamfalusi" userId="cbc279de-7f57-4534-a6c5-8d01537d4a9e" providerId="ADAL" clId="{BB3D73B0-41D4-4A5A-A17A-A99637C5820D}" dt="2022-02-16T18:11:19.047" v="641" actId="478"/>
          <ac:picMkLst>
            <pc:docMk/>
            <pc:sldMk cId="1962156737" sldId="326"/>
            <ac:picMk id="8" creationId="{314D723F-484F-4EEE-8CF9-BA26DA7484F9}"/>
          </ac:picMkLst>
        </pc:picChg>
      </pc:sldChg>
      <pc:sldChg chg="add del">
        <pc:chgData name="Csaba Lamfalusi" userId="cbc279de-7f57-4534-a6c5-8d01537d4a9e" providerId="ADAL" clId="{BB3D73B0-41D4-4A5A-A17A-A99637C5820D}" dt="2022-02-16T18:15:20.299" v="663"/>
        <pc:sldMkLst>
          <pc:docMk/>
          <pc:sldMk cId="3956537767" sldId="327"/>
        </pc:sldMkLst>
      </pc:sldChg>
      <pc:sldMasterChg chg="delSldLayout">
        <pc:chgData name="Csaba Lamfalusi" userId="cbc279de-7f57-4534-a6c5-8d01537d4a9e" providerId="ADAL" clId="{BB3D73B0-41D4-4A5A-A17A-A99637C5820D}" dt="2022-02-16T18:16:10.517" v="676" actId="47"/>
        <pc:sldMasterMkLst>
          <pc:docMk/>
          <pc:sldMasterMk cId="548617574" sldId="2147483663"/>
        </pc:sldMasterMkLst>
        <pc:sldLayoutChg chg="del">
          <pc:chgData name="Csaba Lamfalusi" userId="cbc279de-7f57-4534-a6c5-8d01537d4a9e" providerId="ADAL" clId="{BB3D73B0-41D4-4A5A-A17A-A99637C5820D}" dt="2022-02-16T18:16:10.517" v="676" actId="47"/>
          <pc:sldLayoutMkLst>
            <pc:docMk/>
            <pc:sldMasterMk cId="548617574" sldId="2147483663"/>
            <pc:sldLayoutMk cId="2394804302" sldId="2147483698"/>
          </pc:sldLayoutMkLst>
        </pc:sldLayoutChg>
      </pc:sldMasterChg>
    </pc:docChg>
  </pc:docChgLst>
  <pc:docChgLst>
    <pc:chgData name="Csaba Lamfalusi" userId="cbc279de-7f57-4534-a6c5-8d01537d4a9e" providerId="ADAL" clId="{80EA9239-C7F8-4CBF-8DE2-9874D0653AF1}"/>
    <pc:docChg chg="undo custSel addSld delSld modSld sldOrd">
      <pc:chgData name="Csaba Lamfalusi" userId="cbc279de-7f57-4534-a6c5-8d01537d4a9e" providerId="ADAL" clId="{80EA9239-C7F8-4CBF-8DE2-9874D0653AF1}" dt="2021-09-16T20:37:49.007" v="814" actId="20577"/>
      <pc:docMkLst>
        <pc:docMk/>
      </pc:docMkLst>
      <pc:sldChg chg="modSp mod">
        <pc:chgData name="Csaba Lamfalusi" userId="cbc279de-7f57-4534-a6c5-8d01537d4a9e" providerId="ADAL" clId="{80EA9239-C7F8-4CBF-8DE2-9874D0653AF1}" dt="2021-09-16T20:05:27.025" v="6" actId="1076"/>
        <pc:sldMkLst>
          <pc:docMk/>
          <pc:sldMk cId="1733196742" sldId="256"/>
        </pc:sldMkLst>
        <pc:spChg chg="mod">
          <ac:chgData name="Csaba Lamfalusi" userId="cbc279de-7f57-4534-a6c5-8d01537d4a9e" providerId="ADAL" clId="{80EA9239-C7F8-4CBF-8DE2-9874D0653AF1}" dt="2021-09-16T20:05:27.025" v="6" actId="1076"/>
          <ac:spMkLst>
            <pc:docMk/>
            <pc:sldMk cId="1733196742" sldId="256"/>
            <ac:spMk id="4" creationId="{00000000-0000-0000-0000-000000000000}"/>
          </ac:spMkLst>
        </pc:spChg>
      </pc:sldChg>
      <pc:sldChg chg="del">
        <pc:chgData name="Csaba Lamfalusi" userId="cbc279de-7f57-4534-a6c5-8d01537d4a9e" providerId="ADAL" clId="{80EA9239-C7F8-4CBF-8DE2-9874D0653AF1}" dt="2021-09-16T20:35:42.942" v="743" actId="47"/>
        <pc:sldMkLst>
          <pc:docMk/>
          <pc:sldMk cId="2383520111" sldId="260"/>
        </pc:sldMkLst>
      </pc:sldChg>
      <pc:sldChg chg="addSp delSp modSp mod">
        <pc:chgData name="Csaba Lamfalusi" userId="cbc279de-7f57-4534-a6c5-8d01537d4a9e" providerId="ADAL" clId="{80EA9239-C7F8-4CBF-8DE2-9874D0653AF1}" dt="2021-09-16T20:17:26.011" v="388" actId="20577"/>
        <pc:sldMkLst>
          <pc:docMk/>
          <pc:sldMk cId="3499599598" sldId="263"/>
        </pc:sldMkLst>
        <pc:spChg chg="mod">
          <ac:chgData name="Csaba Lamfalusi" userId="cbc279de-7f57-4534-a6c5-8d01537d4a9e" providerId="ADAL" clId="{80EA9239-C7F8-4CBF-8DE2-9874D0653AF1}" dt="2021-09-16T20:14:57.131" v="132" actId="20577"/>
          <ac:spMkLst>
            <pc:docMk/>
            <pc:sldMk cId="3499599598" sldId="263"/>
            <ac:spMk id="3" creationId="{00000000-0000-0000-0000-000000000000}"/>
          </ac:spMkLst>
        </pc:spChg>
        <pc:spChg chg="mod">
          <ac:chgData name="Csaba Lamfalusi" userId="cbc279de-7f57-4534-a6c5-8d01537d4a9e" providerId="ADAL" clId="{80EA9239-C7F8-4CBF-8DE2-9874D0653AF1}" dt="2021-09-16T20:16:42.618" v="369" actId="14100"/>
          <ac:spMkLst>
            <pc:docMk/>
            <pc:sldMk cId="3499599598" sldId="263"/>
            <ac:spMk id="4" creationId="{00000000-0000-0000-0000-000000000000}"/>
          </ac:spMkLst>
        </pc:spChg>
        <pc:spChg chg="add del mod">
          <ac:chgData name="Csaba Lamfalusi" userId="cbc279de-7f57-4534-a6c5-8d01537d4a9e" providerId="ADAL" clId="{80EA9239-C7F8-4CBF-8DE2-9874D0653AF1}" dt="2021-09-16T20:11:50.562" v="95" actId="22"/>
          <ac:spMkLst>
            <pc:docMk/>
            <pc:sldMk cId="3499599598" sldId="263"/>
            <ac:spMk id="7" creationId="{6B6F69F8-BA93-401B-8228-460285D7E8DC}"/>
          </ac:spMkLst>
        </pc:spChg>
        <pc:spChg chg="mod">
          <ac:chgData name="Csaba Lamfalusi" userId="cbc279de-7f57-4534-a6c5-8d01537d4a9e" providerId="ADAL" clId="{80EA9239-C7F8-4CBF-8DE2-9874D0653AF1}" dt="2021-09-16T20:17:02.461" v="385" actId="114"/>
          <ac:spMkLst>
            <pc:docMk/>
            <pc:sldMk cId="3499599598" sldId="263"/>
            <ac:spMk id="8" creationId="{5950431D-E0EF-4204-8939-72554A88B94A}"/>
          </ac:spMkLst>
        </pc:spChg>
        <pc:spChg chg="mod">
          <ac:chgData name="Csaba Lamfalusi" userId="cbc279de-7f57-4534-a6c5-8d01537d4a9e" providerId="ADAL" clId="{80EA9239-C7F8-4CBF-8DE2-9874D0653AF1}" dt="2021-09-16T20:16:47.433" v="370" actId="1076"/>
          <ac:spMkLst>
            <pc:docMk/>
            <pc:sldMk cId="3499599598" sldId="263"/>
            <ac:spMk id="9" creationId="{D4E5D8C5-C811-4754-A801-62D5E0826244}"/>
          </ac:spMkLst>
        </pc:spChg>
        <pc:spChg chg="mod">
          <ac:chgData name="Csaba Lamfalusi" userId="cbc279de-7f57-4534-a6c5-8d01537d4a9e" providerId="ADAL" clId="{80EA9239-C7F8-4CBF-8DE2-9874D0653AF1}" dt="2021-09-16T20:17:26.011" v="388" actId="20577"/>
          <ac:spMkLst>
            <pc:docMk/>
            <pc:sldMk cId="3499599598" sldId="263"/>
            <ac:spMk id="11" creationId="{00000000-0000-0000-0000-000000000000}"/>
          </ac:spMkLst>
        </pc:spChg>
        <pc:spChg chg="add del mod">
          <ac:chgData name="Csaba Lamfalusi" userId="cbc279de-7f57-4534-a6c5-8d01537d4a9e" providerId="ADAL" clId="{80EA9239-C7F8-4CBF-8DE2-9874D0653AF1}" dt="2021-09-16T20:14:37.475" v="114" actId="22"/>
          <ac:spMkLst>
            <pc:docMk/>
            <pc:sldMk cId="3499599598" sldId="263"/>
            <ac:spMk id="14" creationId="{985B3066-83CA-452E-B248-01148D5DA2AD}"/>
          </ac:spMkLst>
        </pc:spChg>
        <pc:picChg chg="add del">
          <ac:chgData name="Csaba Lamfalusi" userId="cbc279de-7f57-4534-a6c5-8d01537d4a9e" providerId="ADAL" clId="{80EA9239-C7F8-4CBF-8DE2-9874D0653AF1}" dt="2021-09-16T20:11:47.451" v="93" actId="22"/>
          <ac:picMkLst>
            <pc:docMk/>
            <pc:sldMk cId="3499599598" sldId="263"/>
            <ac:picMk id="6" creationId="{CCBFC2FF-1BBF-468E-A106-A1AF0A7431DE}"/>
          </ac:picMkLst>
        </pc:picChg>
        <pc:picChg chg="add del mod ord modCrop">
          <ac:chgData name="Csaba Lamfalusi" userId="cbc279de-7f57-4534-a6c5-8d01537d4a9e" providerId="ADAL" clId="{80EA9239-C7F8-4CBF-8DE2-9874D0653AF1}" dt="2021-09-16T20:14:36.186" v="113" actId="478"/>
          <ac:picMkLst>
            <pc:docMk/>
            <pc:sldMk cId="3499599598" sldId="263"/>
            <ac:picMk id="12" creationId="{B0D73C19-D468-4802-A6FA-980064B32640}"/>
          </ac:picMkLst>
        </pc:picChg>
        <pc:picChg chg="add mod ord modCrop">
          <ac:chgData name="Csaba Lamfalusi" userId="cbc279de-7f57-4534-a6c5-8d01537d4a9e" providerId="ADAL" clId="{80EA9239-C7F8-4CBF-8DE2-9874D0653AF1}" dt="2021-09-16T20:14:37.475" v="114" actId="22"/>
          <ac:picMkLst>
            <pc:docMk/>
            <pc:sldMk cId="3499599598" sldId="263"/>
            <ac:picMk id="16" creationId="{A57361C7-324D-4092-BA3D-31E95E11ED32}"/>
          </ac:picMkLst>
        </pc:picChg>
        <pc:picChg chg="del">
          <ac:chgData name="Csaba Lamfalusi" userId="cbc279de-7f57-4534-a6c5-8d01537d4a9e" providerId="ADAL" clId="{80EA9239-C7F8-4CBF-8DE2-9874D0653AF1}" dt="2021-09-16T20:11:48.715" v="94" actId="478"/>
          <ac:picMkLst>
            <pc:docMk/>
            <pc:sldMk cId="3499599598" sldId="263"/>
            <ac:picMk id="1026" creationId="{AF0D20F2-036D-4D8B-BAC5-9CEE7C4F7AEF}"/>
          </ac:picMkLst>
        </pc:picChg>
      </pc:sldChg>
      <pc:sldChg chg="modSp mod">
        <pc:chgData name="Csaba Lamfalusi" userId="cbc279de-7f57-4534-a6c5-8d01537d4a9e" providerId="ADAL" clId="{80EA9239-C7F8-4CBF-8DE2-9874D0653AF1}" dt="2021-09-16T20:36:34.223" v="780" actId="20577"/>
        <pc:sldMkLst>
          <pc:docMk/>
          <pc:sldMk cId="3568211985" sldId="264"/>
        </pc:sldMkLst>
        <pc:spChg chg="mod">
          <ac:chgData name="Csaba Lamfalusi" userId="cbc279de-7f57-4534-a6c5-8d01537d4a9e" providerId="ADAL" clId="{80EA9239-C7F8-4CBF-8DE2-9874D0653AF1}" dt="2021-09-16T20:05:43.672" v="19" actId="20577"/>
          <ac:spMkLst>
            <pc:docMk/>
            <pc:sldMk cId="3568211985" sldId="264"/>
            <ac:spMk id="21" creationId="{00000000-0000-0000-0000-000000000000}"/>
          </ac:spMkLst>
        </pc:spChg>
        <pc:spChg chg="mod">
          <ac:chgData name="Csaba Lamfalusi" userId="cbc279de-7f57-4534-a6c5-8d01537d4a9e" providerId="ADAL" clId="{80EA9239-C7F8-4CBF-8DE2-9874D0653AF1}" dt="2021-09-16T20:36:30.607" v="776" actId="20577"/>
          <ac:spMkLst>
            <pc:docMk/>
            <pc:sldMk cId="3568211985" sldId="264"/>
            <ac:spMk id="27" creationId="{00000000-0000-0000-0000-000000000000}"/>
          </ac:spMkLst>
        </pc:spChg>
        <pc:spChg chg="mod">
          <ac:chgData name="Csaba Lamfalusi" userId="cbc279de-7f57-4534-a6c5-8d01537d4a9e" providerId="ADAL" clId="{80EA9239-C7F8-4CBF-8DE2-9874D0653AF1}" dt="2021-09-16T20:36:34.223" v="780" actId="20577"/>
          <ac:spMkLst>
            <pc:docMk/>
            <pc:sldMk cId="3568211985" sldId="264"/>
            <ac:spMk id="28" creationId="{00000000-0000-0000-0000-000000000000}"/>
          </ac:spMkLst>
        </pc:spChg>
      </pc:sldChg>
      <pc:sldChg chg="modSp add mod">
        <pc:chgData name="Csaba Lamfalusi" userId="cbc279de-7f57-4534-a6c5-8d01537d4a9e" providerId="ADAL" clId="{80EA9239-C7F8-4CBF-8DE2-9874D0653AF1}" dt="2021-09-16T20:10:37.304" v="91" actId="255"/>
        <pc:sldMkLst>
          <pc:docMk/>
          <pc:sldMk cId="3390816649" sldId="269"/>
        </pc:sldMkLst>
        <pc:spChg chg="mod">
          <ac:chgData name="Csaba Lamfalusi" userId="cbc279de-7f57-4534-a6c5-8d01537d4a9e" providerId="ADAL" clId="{80EA9239-C7F8-4CBF-8DE2-9874D0653AF1}" dt="2021-09-16T20:10:37.304" v="91" actId="255"/>
          <ac:spMkLst>
            <pc:docMk/>
            <pc:sldMk cId="3390816649" sldId="269"/>
            <ac:spMk id="9" creationId="{BEE242FE-397E-B24B-9BF6-C1D241790A8C}"/>
          </ac:spMkLst>
        </pc:spChg>
      </pc:sldChg>
      <pc:sldChg chg="modSp mod">
        <pc:chgData name="Csaba Lamfalusi" userId="cbc279de-7f57-4534-a6c5-8d01537d4a9e" providerId="ADAL" clId="{80EA9239-C7F8-4CBF-8DE2-9874D0653AF1}" dt="2021-09-16T20:08:05.196" v="61" actId="20577"/>
        <pc:sldMkLst>
          <pc:docMk/>
          <pc:sldMk cId="1440452983" sldId="272"/>
        </pc:sldMkLst>
        <pc:spChg chg="mod">
          <ac:chgData name="Csaba Lamfalusi" userId="cbc279de-7f57-4534-a6c5-8d01537d4a9e" providerId="ADAL" clId="{80EA9239-C7F8-4CBF-8DE2-9874D0653AF1}" dt="2021-09-16T20:08:05.196" v="61" actId="20577"/>
          <ac:spMkLst>
            <pc:docMk/>
            <pc:sldMk cId="1440452983" sldId="272"/>
            <ac:spMk id="4" creationId="{00000000-0000-0000-0000-000000000000}"/>
          </ac:spMkLst>
        </pc:spChg>
      </pc:sldChg>
      <pc:sldChg chg="del">
        <pc:chgData name="Csaba Lamfalusi" userId="cbc279de-7f57-4534-a6c5-8d01537d4a9e" providerId="ADAL" clId="{80EA9239-C7F8-4CBF-8DE2-9874D0653AF1}" dt="2021-09-16T20:35:41.879" v="742" actId="47"/>
        <pc:sldMkLst>
          <pc:docMk/>
          <pc:sldMk cId="3773324485" sldId="273"/>
        </pc:sldMkLst>
      </pc:sldChg>
      <pc:sldChg chg="del">
        <pc:chgData name="Csaba Lamfalusi" userId="cbc279de-7f57-4534-a6c5-8d01537d4a9e" providerId="ADAL" clId="{80EA9239-C7F8-4CBF-8DE2-9874D0653AF1}" dt="2021-09-16T20:35:46.489" v="747" actId="47"/>
        <pc:sldMkLst>
          <pc:docMk/>
          <pc:sldMk cId="3161395204" sldId="274"/>
        </pc:sldMkLst>
      </pc:sldChg>
      <pc:sldChg chg="add del ord">
        <pc:chgData name="Csaba Lamfalusi" userId="cbc279de-7f57-4534-a6c5-8d01537d4a9e" providerId="ADAL" clId="{80EA9239-C7F8-4CBF-8DE2-9874D0653AF1}" dt="2021-09-16T20:07:39.139" v="47"/>
        <pc:sldMkLst>
          <pc:docMk/>
          <pc:sldMk cId="3627554999" sldId="278"/>
        </pc:sldMkLst>
      </pc:sldChg>
      <pc:sldChg chg="del">
        <pc:chgData name="Csaba Lamfalusi" userId="cbc279de-7f57-4534-a6c5-8d01537d4a9e" providerId="ADAL" clId="{80EA9239-C7F8-4CBF-8DE2-9874D0653AF1}" dt="2021-09-16T20:35:40.981" v="741" actId="47"/>
        <pc:sldMkLst>
          <pc:docMk/>
          <pc:sldMk cId="2059065166" sldId="279"/>
        </pc:sldMkLst>
      </pc:sldChg>
      <pc:sldChg chg="del">
        <pc:chgData name="Csaba Lamfalusi" userId="cbc279de-7f57-4534-a6c5-8d01537d4a9e" providerId="ADAL" clId="{80EA9239-C7F8-4CBF-8DE2-9874D0653AF1}" dt="2021-09-16T20:35:38.612" v="739" actId="47"/>
        <pc:sldMkLst>
          <pc:docMk/>
          <pc:sldMk cId="2591733761" sldId="280"/>
        </pc:sldMkLst>
      </pc:sldChg>
      <pc:sldChg chg="del">
        <pc:chgData name="Csaba Lamfalusi" userId="cbc279de-7f57-4534-a6c5-8d01537d4a9e" providerId="ADAL" clId="{80EA9239-C7F8-4CBF-8DE2-9874D0653AF1}" dt="2021-09-16T20:35:39.753" v="740" actId="47"/>
        <pc:sldMkLst>
          <pc:docMk/>
          <pc:sldMk cId="180060491" sldId="281"/>
        </pc:sldMkLst>
      </pc:sldChg>
      <pc:sldChg chg="del">
        <pc:chgData name="Csaba Lamfalusi" userId="cbc279de-7f57-4534-a6c5-8d01537d4a9e" providerId="ADAL" clId="{80EA9239-C7F8-4CBF-8DE2-9874D0653AF1}" dt="2021-09-16T20:35:43.742" v="744" actId="47"/>
        <pc:sldMkLst>
          <pc:docMk/>
          <pc:sldMk cId="2569663815" sldId="287"/>
        </pc:sldMkLst>
      </pc:sldChg>
      <pc:sldChg chg="del">
        <pc:chgData name="Csaba Lamfalusi" userId="cbc279de-7f57-4534-a6c5-8d01537d4a9e" providerId="ADAL" clId="{80EA9239-C7F8-4CBF-8DE2-9874D0653AF1}" dt="2021-09-16T20:35:44.769" v="745" actId="47"/>
        <pc:sldMkLst>
          <pc:docMk/>
          <pc:sldMk cId="4012507085" sldId="288"/>
        </pc:sldMkLst>
      </pc:sldChg>
      <pc:sldChg chg="del">
        <pc:chgData name="Csaba Lamfalusi" userId="cbc279de-7f57-4534-a6c5-8d01537d4a9e" providerId="ADAL" clId="{80EA9239-C7F8-4CBF-8DE2-9874D0653AF1}" dt="2021-09-16T20:35:45.526" v="746" actId="47"/>
        <pc:sldMkLst>
          <pc:docMk/>
          <pc:sldMk cId="1542569863" sldId="289"/>
        </pc:sldMkLst>
      </pc:sldChg>
      <pc:sldChg chg="del">
        <pc:chgData name="Csaba Lamfalusi" userId="cbc279de-7f57-4534-a6c5-8d01537d4a9e" providerId="ADAL" clId="{80EA9239-C7F8-4CBF-8DE2-9874D0653AF1}" dt="2021-09-16T20:35:47.423" v="748" actId="47"/>
        <pc:sldMkLst>
          <pc:docMk/>
          <pc:sldMk cId="589477552" sldId="290"/>
        </pc:sldMkLst>
      </pc:sldChg>
      <pc:sldChg chg="del">
        <pc:chgData name="Csaba Lamfalusi" userId="cbc279de-7f57-4534-a6c5-8d01537d4a9e" providerId="ADAL" clId="{80EA9239-C7F8-4CBF-8DE2-9874D0653AF1}" dt="2021-09-16T20:35:48.226" v="749" actId="47"/>
        <pc:sldMkLst>
          <pc:docMk/>
          <pc:sldMk cId="3038285077" sldId="291"/>
        </pc:sldMkLst>
      </pc:sldChg>
      <pc:sldChg chg="del">
        <pc:chgData name="Csaba Lamfalusi" userId="cbc279de-7f57-4534-a6c5-8d01537d4a9e" providerId="ADAL" clId="{80EA9239-C7F8-4CBF-8DE2-9874D0653AF1}" dt="2021-09-16T20:35:48.921" v="750" actId="47"/>
        <pc:sldMkLst>
          <pc:docMk/>
          <pc:sldMk cId="2159777766" sldId="292"/>
        </pc:sldMkLst>
      </pc:sldChg>
      <pc:sldChg chg="del">
        <pc:chgData name="Csaba Lamfalusi" userId="cbc279de-7f57-4534-a6c5-8d01537d4a9e" providerId="ADAL" clId="{80EA9239-C7F8-4CBF-8DE2-9874D0653AF1}" dt="2021-09-16T20:35:49.608" v="751" actId="47"/>
        <pc:sldMkLst>
          <pc:docMk/>
          <pc:sldMk cId="3027091931" sldId="293"/>
        </pc:sldMkLst>
      </pc:sldChg>
      <pc:sldChg chg="del">
        <pc:chgData name="Csaba Lamfalusi" userId="cbc279de-7f57-4534-a6c5-8d01537d4a9e" providerId="ADAL" clId="{80EA9239-C7F8-4CBF-8DE2-9874D0653AF1}" dt="2021-09-16T20:35:51.290" v="753" actId="47"/>
        <pc:sldMkLst>
          <pc:docMk/>
          <pc:sldMk cId="3847877584" sldId="295"/>
        </pc:sldMkLst>
      </pc:sldChg>
      <pc:sldChg chg="del">
        <pc:chgData name="Csaba Lamfalusi" userId="cbc279de-7f57-4534-a6c5-8d01537d4a9e" providerId="ADAL" clId="{80EA9239-C7F8-4CBF-8DE2-9874D0653AF1}" dt="2021-09-16T20:35:52.005" v="754" actId="47"/>
        <pc:sldMkLst>
          <pc:docMk/>
          <pc:sldMk cId="2856728467" sldId="296"/>
        </pc:sldMkLst>
      </pc:sldChg>
      <pc:sldChg chg="del">
        <pc:chgData name="Csaba Lamfalusi" userId="cbc279de-7f57-4534-a6c5-8d01537d4a9e" providerId="ADAL" clId="{80EA9239-C7F8-4CBF-8DE2-9874D0653AF1}" dt="2021-09-16T20:35:53.494" v="755" actId="47"/>
        <pc:sldMkLst>
          <pc:docMk/>
          <pc:sldMk cId="3803364744" sldId="298"/>
        </pc:sldMkLst>
      </pc:sldChg>
      <pc:sldChg chg="del">
        <pc:chgData name="Csaba Lamfalusi" userId="cbc279de-7f57-4534-a6c5-8d01537d4a9e" providerId="ADAL" clId="{80EA9239-C7F8-4CBF-8DE2-9874D0653AF1}" dt="2021-09-16T20:35:50.527" v="752" actId="47"/>
        <pc:sldMkLst>
          <pc:docMk/>
          <pc:sldMk cId="2583970838" sldId="303"/>
        </pc:sldMkLst>
      </pc:sldChg>
      <pc:sldChg chg="addSp delSp modSp add mod ord">
        <pc:chgData name="Csaba Lamfalusi" userId="cbc279de-7f57-4534-a6c5-8d01537d4a9e" providerId="ADAL" clId="{80EA9239-C7F8-4CBF-8DE2-9874D0653AF1}" dt="2021-09-16T20:14:17.246" v="112"/>
        <pc:sldMkLst>
          <pc:docMk/>
          <pc:sldMk cId="822181702" sldId="304"/>
        </pc:sldMkLst>
        <pc:spChg chg="add del mod">
          <ac:chgData name="Csaba Lamfalusi" userId="cbc279de-7f57-4534-a6c5-8d01537d4a9e" providerId="ADAL" clId="{80EA9239-C7F8-4CBF-8DE2-9874D0653AF1}" dt="2021-09-16T20:13:45.985" v="104" actId="22"/>
          <ac:spMkLst>
            <pc:docMk/>
            <pc:sldMk cId="822181702" sldId="304"/>
            <ac:spMk id="2" creationId="{B71CE01B-E3A5-4DCC-9973-166F5911B880}"/>
          </ac:spMkLst>
        </pc:spChg>
        <pc:spChg chg="mod">
          <ac:chgData name="Csaba Lamfalusi" userId="cbc279de-7f57-4534-a6c5-8d01537d4a9e" providerId="ADAL" clId="{80EA9239-C7F8-4CBF-8DE2-9874D0653AF1}" dt="2021-09-16T20:14:17.246" v="112"/>
          <ac:spMkLst>
            <pc:docMk/>
            <pc:sldMk cId="822181702" sldId="304"/>
            <ac:spMk id="3" creationId="{00000000-0000-0000-0000-000000000000}"/>
          </ac:spMkLst>
        </pc:spChg>
        <pc:spChg chg="del">
          <ac:chgData name="Csaba Lamfalusi" userId="cbc279de-7f57-4534-a6c5-8d01537d4a9e" providerId="ADAL" clId="{80EA9239-C7F8-4CBF-8DE2-9874D0653AF1}" dt="2021-09-16T20:13:50.011" v="105" actId="478"/>
          <ac:spMkLst>
            <pc:docMk/>
            <pc:sldMk cId="822181702" sldId="304"/>
            <ac:spMk id="9" creationId="{00000000-0000-0000-0000-000000000000}"/>
          </ac:spMkLst>
        </pc:spChg>
        <pc:spChg chg="add del mod">
          <ac:chgData name="Csaba Lamfalusi" userId="cbc279de-7f57-4534-a6c5-8d01537d4a9e" providerId="ADAL" clId="{80EA9239-C7F8-4CBF-8DE2-9874D0653AF1}" dt="2021-09-16T20:13:52.073" v="106" actId="478"/>
          <ac:spMkLst>
            <pc:docMk/>
            <pc:sldMk cId="822181702" sldId="304"/>
            <ac:spMk id="10" creationId="{13C6BCCA-7C6D-43C0-ABDD-2A73723AE944}"/>
          </ac:spMkLst>
        </pc:spChg>
        <pc:picChg chg="del">
          <ac:chgData name="Csaba Lamfalusi" userId="cbc279de-7f57-4534-a6c5-8d01537d4a9e" providerId="ADAL" clId="{80EA9239-C7F8-4CBF-8DE2-9874D0653AF1}" dt="2021-09-16T20:13:35.034" v="101" actId="478"/>
          <ac:picMkLst>
            <pc:docMk/>
            <pc:sldMk cId="822181702" sldId="304"/>
            <ac:picMk id="6" creationId="{B08E20A0-29FB-4E3E-AAA6-F1E6C7CEDA3F}"/>
          </ac:picMkLst>
        </pc:picChg>
        <pc:picChg chg="add mod ord">
          <ac:chgData name="Csaba Lamfalusi" userId="cbc279de-7f57-4534-a6c5-8d01537d4a9e" providerId="ADAL" clId="{80EA9239-C7F8-4CBF-8DE2-9874D0653AF1}" dt="2021-09-16T20:14:08" v="109" actId="1076"/>
          <ac:picMkLst>
            <pc:docMk/>
            <pc:sldMk cId="822181702" sldId="304"/>
            <ac:picMk id="7" creationId="{B7E98109-123E-4B10-BA18-948F02803757}"/>
          </ac:picMkLst>
        </pc:picChg>
      </pc:sldChg>
      <pc:sldChg chg="addSp delSp modSp add mod">
        <pc:chgData name="Csaba Lamfalusi" userId="cbc279de-7f57-4534-a6c5-8d01537d4a9e" providerId="ADAL" clId="{80EA9239-C7F8-4CBF-8DE2-9874D0653AF1}" dt="2021-09-16T20:19:14.283" v="412" actId="1076"/>
        <pc:sldMkLst>
          <pc:docMk/>
          <pc:sldMk cId="1210847471" sldId="305"/>
        </pc:sldMkLst>
        <pc:spChg chg="add del mod">
          <ac:chgData name="Csaba Lamfalusi" userId="cbc279de-7f57-4534-a6c5-8d01537d4a9e" providerId="ADAL" clId="{80EA9239-C7F8-4CBF-8DE2-9874D0653AF1}" dt="2021-09-16T20:19:06.443" v="409" actId="478"/>
          <ac:spMkLst>
            <pc:docMk/>
            <pc:sldMk cId="1210847471" sldId="305"/>
            <ac:spMk id="2" creationId="{90A33C06-7DE1-4499-96E8-527FAE132291}"/>
          </ac:spMkLst>
        </pc:spChg>
        <pc:spChg chg="mod">
          <ac:chgData name="Csaba Lamfalusi" userId="cbc279de-7f57-4534-a6c5-8d01537d4a9e" providerId="ADAL" clId="{80EA9239-C7F8-4CBF-8DE2-9874D0653AF1}" dt="2021-09-16T20:18:33.259" v="403" actId="20577"/>
          <ac:spMkLst>
            <pc:docMk/>
            <pc:sldMk cId="1210847471" sldId="305"/>
            <ac:spMk id="3" creationId="{00000000-0000-0000-0000-000000000000}"/>
          </ac:spMkLst>
        </pc:spChg>
        <pc:spChg chg="mod">
          <ac:chgData name="Csaba Lamfalusi" userId="cbc279de-7f57-4534-a6c5-8d01537d4a9e" providerId="ADAL" clId="{80EA9239-C7F8-4CBF-8DE2-9874D0653AF1}" dt="2021-09-16T20:18:43.574" v="406"/>
          <ac:spMkLst>
            <pc:docMk/>
            <pc:sldMk cId="1210847471" sldId="305"/>
            <ac:spMk id="9" creationId="{00000000-0000-0000-0000-000000000000}"/>
          </ac:spMkLst>
        </pc:spChg>
        <pc:picChg chg="del">
          <ac:chgData name="Csaba Lamfalusi" userId="cbc279de-7f57-4534-a6c5-8d01537d4a9e" providerId="ADAL" clId="{80EA9239-C7F8-4CBF-8DE2-9874D0653AF1}" dt="2021-09-16T20:18:46.092" v="407" actId="478"/>
          <ac:picMkLst>
            <pc:docMk/>
            <pc:sldMk cId="1210847471" sldId="305"/>
            <ac:picMk id="6" creationId="{B08E20A0-29FB-4E3E-AAA6-F1E6C7CEDA3F}"/>
          </ac:picMkLst>
        </pc:picChg>
        <pc:picChg chg="add mod">
          <ac:chgData name="Csaba Lamfalusi" userId="cbc279de-7f57-4534-a6c5-8d01537d4a9e" providerId="ADAL" clId="{80EA9239-C7F8-4CBF-8DE2-9874D0653AF1}" dt="2021-09-16T20:19:14.283" v="412" actId="1076"/>
          <ac:picMkLst>
            <pc:docMk/>
            <pc:sldMk cId="1210847471" sldId="305"/>
            <ac:picMk id="7" creationId="{16B2444F-E4E4-4C4C-9DAF-EB71C9FC18E9}"/>
          </ac:picMkLst>
        </pc:picChg>
      </pc:sldChg>
      <pc:sldChg chg="add del">
        <pc:chgData name="Csaba Lamfalusi" userId="cbc279de-7f57-4534-a6c5-8d01537d4a9e" providerId="ADAL" clId="{80EA9239-C7F8-4CBF-8DE2-9874D0653AF1}" dt="2021-09-16T20:13:37.580" v="103"/>
        <pc:sldMkLst>
          <pc:docMk/>
          <pc:sldMk cId="4123714844" sldId="305"/>
        </pc:sldMkLst>
      </pc:sldChg>
      <pc:sldChg chg="addSp delSp modSp add mod">
        <pc:chgData name="Csaba Lamfalusi" userId="cbc279de-7f57-4534-a6c5-8d01537d4a9e" providerId="ADAL" clId="{80EA9239-C7F8-4CBF-8DE2-9874D0653AF1}" dt="2021-09-16T20:23:55.792" v="457" actId="255"/>
        <pc:sldMkLst>
          <pc:docMk/>
          <pc:sldMk cId="3405340709" sldId="306"/>
        </pc:sldMkLst>
        <pc:spChg chg="mod">
          <ac:chgData name="Csaba Lamfalusi" userId="cbc279de-7f57-4534-a6c5-8d01537d4a9e" providerId="ADAL" clId="{80EA9239-C7F8-4CBF-8DE2-9874D0653AF1}" dt="2021-09-16T20:22:33.196" v="416"/>
          <ac:spMkLst>
            <pc:docMk/>
            <pc:sldMk cId="3405340709" sldId="306"/>
            <ac:spMk id="2" creationId="{00000000-0000-0000-0000-000000000000}"/>
          </ac:spMkLst>
        </pc:spChg>
        <pc:spChg chg="add del mod">
          <ac:chgData name="Csaba Lamfalusi" userId="cbc279de-7f57-4534-a6c5-8d01537d4a9e" providerId="ADAL" clId="{80EA9239-C7F8-4CBF-8DE2-9874D0653AF1}" dt="2021-09-16T20:22:49.996" v="420" actId="478"/>
          <ac:spMkLst>
            <pc:docMk/>
            <pc:sldMk cId="3405340709" sldId="306"/>
            <ac:spMk id="3" creationId="{B78996C8-83E6-4C63-B12C-D7CAF5D5BDF2}"/>
          </ac:spMkLst>
        </pc:spChg>
        <pc:spChg chg="mod">
          <ac:chgData name="Csaba Lamfalusi" userId="cbc279de-7f57-4534-a6c5-8d01537d4a9e" providerId="ADAL" clId="{80EA9239-C7F8-4CBF-8DE2-9874D0653AF1}" dt="2021-09-16T20:23:55.792" v="457" actId="255"/>
          <ac:spMkLst>
            <pc:docMk/>
            <pc:sldMk cId="3405340709" sldId="306"/>
            <ac:spMk id="6" creationId="{0E44A2EC-4822-40A8-9B46-66A6644D9602}"/>
          </ac:spMkLst>
        </pc:spChg>
        <pc:picChg chg="del">
          <ac:chgData name="Csaba Lamfalusi" userId="cbc279de-7f57-4534-a6c5-8d01537d4a9e" providerId="ADAL" clId="{80EA9239-C7F8-4CBF-8DE2-9874D0653AF1}" dt="2021-09-16T20:22:39.486" v="418" actId="478"/>
          <ac:picMkLst>
            <pc:docMk/>
            <pc:sldMk cId="3405340709" sldId="306"/>
            <ac:picMk id="5" creationId="{9400A94B-6F46-4DB3-9423-39B2D6913F1C}"/>
          </ac:picMkLst>
        </pc:picChg>
        <pc:picChg chg="del">
          <ac:chgData name="Csaba Lamfalusi" userId="cbc279de-7f57-4534-a6c5-8d01537d4a9e" providerId="ADAL" clId="{80EA9239-C7F8-4CBF-8DE2-9874D0653AF1}" dt="2021-09-16T20:22:38.876" v="417" actId="478"/>
          <ac:picMkLst>
            <pc:docMk/>
            <pc:sldMk cId="3405340709" sldId="306"/>
            <ac:picMk id="7" creationId="{982CE827-8C4B-4277-9A0F-21D00F581904}"/>
          </ac:picMkLst>
        </pc:picChg>
        <pc:picChg chg="add mod">
          <ac:chgData name="Csaba Lamfalusi" userId="cbc279de-7f57-4534-a6c5-8d01537d4a9e" providerId="ADAL" clId="{80EA9239-C7F8-4CBF-8DE2-9874D0653AF1}" dt="2021-09-16T20:23:46.379" v="456" actId="1076"/>
          <ac:picMkLst>
            <pc:docMk/>
            <pc:sldMk cId="3405340709" sldId="306"/>
            <ac:picMk id="9" creationId="{9AB80DF5-1A4D-4795-8E05-73CC978B9EF2}"/>
          </ac:picMkLst>
        </pc:picChg>
      </pc:sldChg>
      <pc:sldChg chg="addSp delSp modSp add mod">
        <pc:chgData name="Csaba Lamfalusi" userId="cbc279de-7f57-4534-a6c5-8d01537d4a9e" providerId="ADAL" clId="{80EA9239-C7F8-4CBF-8DE2-9874D0653AF1}" dt="2021-09-16T20:25:15.115" v="466" actId="1076"/>
        <pc:sldMkLst>
          <pc:docMk/>
          <pc:sldMk cId="817104450" sldId="307"/>
        </pc:sldMkLst>
        <pc:spChg chg="mod">
          <ac:chgData name="Csaba Lamfalusi" userId="cbc279de-7f57-4534-a6c5-8d01537d4a9e" providerId="ADAL" clId="{80EA9239-C7F8-4CBF-8DE2-9874D0653AF1}" dt="2021-09-16T20:24:53.314" v="461"/>
          <ac:spMkLst>
            <pc:docMk/>
            <pc:sldMk cId="817104450" sldId="307"/>
            <ac:spMk id="3" creationId="{00000000-0000-0000-0000-000000000000}"/>
          </ac:spMkLst>
        </pc:spChg>
        <pc:spChg chg="add del mod">
          <ac:chgData name="Csaba Lamfalusi" userId="cbc279de-7f57-4534-a6c5-8d01537d4a9e" providerId="ADAL" clId="{80EA9239-C7F8-4CBF-8DE2-9874D0653AF1}" dt="2021-09-16T20:24:58.604" v="463" actId="478"/>
          <ac:spMkLst>
            <pc:docMk/>
            <pc:sldMk cId="817104450" sldId="307"/>
            <ac:spMk id="4" creationId="{8997B144-A334-4957-BA5F-073007BF6BF6}"/>
          </ac:spMkLst>
        </pc:spChg>
        <pc:spChg chg="del">
          <ac:chgData name="Csaba Lamfalusi" userId="cbc279de-7f57-4534-a6c5-8d01537d4a9e" providerId="ADAL" clId="{80EA9239-C7F8-4CBF-8DE2-9874D0653AF1}" dt="2021-09-16T20:24:57.568" v="462" actId="478"/>
          <ac:spMkLst>
            <pc:docMk/>
            <pc:sldMk cId="817104450" sldId="307"/>
            <ac:spMk id="9" creationId="{00000000-0000-0000-0000-000000000000}"/>
          </ac:spMkLst>
        </pc:spChg>
        <pc:picChg chg="del">
          <ac:chgData name="Csaba Lamfalusi" userId="cbc279de-7f57-4534-a6c5-8d01537d4a9e" providerId="ADAL" clId="{80EA9239-C7F8-4CBF-8DE2-9874D0653AF1}" dt="2021-09-16T20:24:59.404" v="464" actId="478"/>
          <ac:picMkLst>
            <pc:docMk/>
            <pc:sldMk cId="817104450" sldId="307"/>
            <ac:picMk id="7" creationId="{16B2444F-E4E4-4C4C-9DAF-EB71C9FC18E9}"/>
          </ac:picMkLst>
        </pc:picChg>
        <pc:picChg chg="add mod">
          <ac:chgData name="Csaba Lamfalusi" userId="cbc279de-7f57-4534-a6c5-8d01537d4a9e" providerId="ADAL" clId="{80EA9239-C7F8-4CBF-8DE2-9874D0653AF1}" dt="2021-09-16T20:25:15.115" v="466" actId="1076"/>
          <ac:picMkLst>
            <pc:docMk/>
            <pc:sldMk cId="817104450" sldId="307"/>
            <ac:picMk id="8" creationId="{C207AF0D-BE7A-447C-AD3F-9258E044EB8C}"/>
          </ac:picMkLst>
        </pc:picChg>
      </pc:sldChg>
      <pc:sldChg chg="addSp delSp modSp add mod">
        <pc:chgData name="Csaba Lamfalusi" userId="cbc279de-7f57-4534-a6c5-8d01537d4a9e" providerId="ADAL" clId="{80EA9239-C7F8-4CBF-8DE2-9874D0653AF1}" dt="2021-09-16T20:29:22.833" v="641" actId="113"/>
        <pc:sldMkLst>
          <pc:docMk/>
          <pc:sldMk cId="1479953184" sldId="308"/>
        </pc:sldMkLst>
        <pc:spChg chg="add del">
          <ac:chgData name="Csaba Lamfalusi" userId="cbc279de-7f57-4534-a6c5-8d01537d4a9e" providerId="ADAL" clId="{80EA9239-C7F8-4CBF-8DE2-9874D0653AF1}" dt="2021-09-16T20:27:45.536" v="601"/>
          <ac:spMkLst>
            <pc:docMk/>
            <pc:sldMk cId="1479953184" sldId="308"/>
            <ac:spMk id="2" creationId="{2F1491ED-D722-4A4E-AC7A-52D4CC3211D6}"/>
          </ac:spMkLst>
        </pc:spChg>
        <pc:spChg chg="mod">
          <ac:chgData name="Csaba Lamfalusi" userId="cbc279de-7f57-4534-a6c5-8d01537d4a9e" providerId="ADAL" clId="{80EA9239-C7F8-4CBF-8DE2-9874D0653AF1}" dt="2021-09-16T20:26:04.861" v="495" actId="20577"/>
          <ac:spMkLst>
            <pc:docMk/>
            <pc:sldMk cId="1479953184" sldId="308"/>
            <ac:spMk id="3" creationId="{00000000-0000-0000-0000-000000000000}"/>
          </ac:spMkLst>
        </pc:spChg>
        <pc:spChg chg="add del">
          <ac:chgData name="Csaba Lamfalusi" userId="cbc279de-7f57-4534-a6c5-8d01537d4a9e" providerId="ADAL" clId="{80EA9239-C7F8-4CBF-8DE2-9874D0653AF1}" dt="2021-09-16T20:27:50.463" v="603"/>
          <ac:spMkLst>
            <pc:docMk/>
            <pc:sldMk cId="1479953184" sldId="308"/>
            <ac:spMk id="4" creationId="{6C791B13-9F00-401D-A57E-BB6DF0ED6342}"/>
          </ac:spMkLst>
        </pc:spChg>
        <pc:spChg chg="add mod">
          <ac:chgData name="Csaba Lamfalusi" userId="cbc279de-7f57-4534-a6c5-8d01537d4a9e" providerId="ADAL" clId="{80EA9239-C7F8-4CBF-8DE2-9874D0653AF1}" dt="2021-09-16T20:29:22.833" v="641" actId="113"/>
          <ac:spMkLst>
            <pc:docMk/>
            <pc:sldMk cId="1479953184" sldId="308"/>
            <ac:spMk id="6" creationId="{FF962027-B895-4128-8C4E-E15B5878F0DB}"/>
          </ac:spMkLst>
        </pc:spChg>
        <pc:spChg chg="add mod">
          <ac:chgData name="Csaba Lamfalusi" userId="cbc279de-7f57-4534-a6c5-8d01537d4a9e" providerId="ADAL" clId="{80EA9239-C7F8-4CBF-8DE2-9874D0653AF1}" dt="2021-09-16T20:26:46.397" v="510" actId="20577"/>
          <ac:spMkLst>
            <pc:docMk/>
            <pc:sldMk cId="1479953184" sldId="308"/>
            <ac:spMk id="7" creationId="{255EE82A-90D9-4B76-94C3-B38F88B5C90E}"/>
          </ac:spMkLst>
        </pc:spChg>
        <pc:spChg chg="add mod">
          <ac:chgData name="Csaba Lamfalusi" userId="cbc279de-7f57-4534-a6c5-8d01537d4a9e" providerId="ADAL" clId="{80EA9239-C7F8-4CBF-8DE2-9874D0653AF1}" dt="2021-09-16T20:29:16.627" v="638" actId="113"/>
          <ac:spMkLst>
            <pc:docMk/>
            <pc:sldMk cId="1479953184" sldId="308"/>
            <ac:spMk id="9" creationId="{7C5E9D71-C15F-446A-A536-D9FB4403B10F}"/>
          </ac:spMkLst>
        </pc:spChg>
        <pc:spChg chg="add mod">
          <ac:chgData name="Csaba Lamfalusi" userId="cbc279de-7f57-4534-a6c5-8d01537d4a9e" providerId="ADAL" clId="{80EA9239-C7F8-4CBF-8DE2-9874D0653AF1}" dt="2021-09-16T20:29:04.828" v="630" actId="1076"/>
          <ac:spMkLst>
            <pc:docMk/>
            <pc:sldMk cId="1479953184" sldId="308"/>
            <ac:spMk id="10" creationId="{C922CE4B-C61F-48B0-99A7-3E5BC89686BD}"/>
          </ac:spMkLst>
        </pc:spChg>
        <pc:spChg chg="add del mod">
          <ac:chgData name="Csaba Lamfalusi" userId="cbc279de-7f57-4534-a6c5-8d01537d4a9e" providerId="ADAL" clId="{80EA9239-C7F8-4CBF-8DE2-9874D0653AF1}" dt="2021-09-16T20:28:22.432" v="619"/>
          <ac:spMkLst>
            <pc:docMk/>
            <pc:sldMk cId="1479953184" sldId="308"/>
            <ac:spMk id="11" creationId="{73B15C24-C163-495A-947E-629060745ABF}"/>
          </ac:spMkLst>
        </pc:spChg>
        <pc:picChg chg="del">
          <ac:chgData name="Csaba Lamfalusi" userId="cbc279de-7f57-4534-a6c5-8d01537d4a9e" providerId="ADAL" clId="{80EA9239-C7F8-4CBF-8DE2-9874D0653AF1}" dt="2021-09-16T20:26:07.389" v="496" actId="478"/>
          <ac:picMkLst>
            <pc:docMk/>
            <pc:sldMk cId="1479953184" sldId="308"/>
            <ac:picMk id="8" creationId="{C207AF0D-BE7A-447C-AD3F-9258E044EB8C}"/>
          </ac:picMkLst>
        </pc:picChg>
      </pc:sldChg>
      <pc:sldChg chg="addSp delSp modSp add del mod">
        <pc:chgData name="Csaba Lamfalusi" userId="cbc279de-7f57-4534-a6c5-8d01537d4a9e" providerId="ADAL" clId="{80EA9239-C7F8-4CBF-8DE2-9874D0653AF1}" dt="2021-09-16T20:35:55.809" v="757" actId="47"/>
        <pc:sldMkLst>
          <pc:docMk/>
          <pc:sldMk cId="233645001" sldId="309"/>
        </pc:sldMkLst>
        <pc:spChg chg="mod">
          <ac:chgData name="Csaba Lamfalusi" userId="cbc279de-7f57-4534-a6c5-8d01537d4a9e" providerId="ADAL" clId="{80EA9239-C7F8-4CBF-8DE2-9874D0653AF1}" dt="2021-09-16T20:30:37.005" v="686" actId="20577"/>
          <ac:spMkLst>
            <pc:docMk/>
            <pc:sldMk cId="233645001" sldId="309"/>
            <ac:spMk id="3" creationId="{00000000-0000-0000-0000-000000000000}"/>
          </ac:spMkLst>
        </pc:spChg>
        <pc:picChg chg="add mod">
          <ac:chgData name="Csaba Lamfalusi" userId="cbc279de-7f57-4534-a6c5-8d01537d4a9e" providerId="ADAL" clId="{80EA9239-C7F8-4CBF-8DE2-9874D0653AF1}" dt="2021-09-16T20:31:00.492" v="690" actId="1076"/>
          <ac:picMkLst>
            <pc:docMk/>
            <pc:sldMk cId="233645001" sldId="309"/>
            <ac:picMk id="4" creationId="{51971C15-FC09-4DB0-BE00-31FD0AEBD661}"/>
          </ac:picMkLst>
        </pc:picChg>
        <pc:picChg chg="del">
          <ac:chgData name="Csaba Lamfalusi" userId="cbc279de-7f57-4534-a6c5-8d01537d4a9e" providerId="ADAL" clId="{80EA9239-C7F8-4CBF-8DE2-9874D0653AF1}" dt="2021-09-16T20:30:40.622" v="687" actId="478"/>
          <ac:picMkLst>
            <pc:docMk/>
            <pc:sldMk cId="233645001" sldId="309"/>
            <ac:picMk id="8" creationId="{C207AF0D-BE7A-447C-AD3F-9258E044EB8C}"/>
          </ac:picMkLst>
        </pc:picChg>
      </pc:sldChg>
      <pc:sldChg chg="addSp delSp modSp add mod">
        <pc:chgData name="Csaba Lamfalusi" userId="cbc279de-7f57-4534-a6c5-8d01537d4a9e" providerId="ADAL" clId="{80EA9239-C7F8-4CBF-8DE2-9874D0653AF1}" dt="2021-09-16T20:34:01.718" v="716" actId="1076"/>
        <pc:sldMkLst>
          <pc:docMk/>
          <pc:sldMk cId="4033433237" sldId="310"/>
        </pc:sldMkLst>
        <pc:spChg chg="mod">
          <ac:chgData name="Csaba Lamfalusi" userId="cbc279de-7f57-4534-a6c5-8d01537d4a9e" providerId="ADAL" clId="{80EA9239-C7F8-4CBF-8DE2-9874D0653AF1}" dt="2021-09-16T20:33:38.655" v="712" actId="20577"/>
          <ac:spMkLst>
            <pc:docMk/>
            <pc:sldMk cId="4033433237" sldId="310"/>
            <ac:spMk id="3" creationId="{00000000-0000-0000-0000-000000000000}"/>
          </ac:spMkLst>
        </pc:spChg>
        <pc:picChg chg="del">
          <ac:chgData name="Csaba Lamfalusi" userId="cbc279de-7f57-4534-a6c5-8d01537d4a9e" providerId="ADAL" clId="{80EA9239-C7F8-4CBF-8DE2-9874D0653AF1}" dt="2021-09-16T20:33:40.925" v="713" actId="478"/>
          <ac:picMkLst>
            <pc:docMk/>
            <pc:sldMk cId="4033433237" sldId="310"/>
            <ac:picMk id="4" creationId="{51971C15-FC09-4DB0-BE00-31FD0AEBD661}"/>
          </ac:picMkLst>
        </pc:picChg>
        <pc:picChg chg="add mod">
          <ac:chgData name="Csaba Lamfalusi" userId="cbc279de-7f57-4534-a6c5-8d01537d4a9e" providerId="ADAL" clId="{80EA9239-C7F8-4CBF-8DE2-9874D0653AF1}" dt="2021-09-16T20:34:01.718" v="716" actId="1076"/>
          <ac:picMkLst>
            <pc:docMk/>
            <pc:sldMk cId="4033433237" sldId="310"/>
            <ac:picMk id="6" creationId="{93043B41-5A59-443A-8304-02B2F0522367}"/>
          </ac:picMkLst>
        </pc:picChg>
      </pc:sldChg>
      <pc:sldChg chg="addSp delSp modSp add mod">
        <pc:chgData name="Csaba Lamfalusi" userId="cbc279de-7f57-4534-a6c5-8d01537d4a9e" providerId="ADAL" clId="{80EA9239-C7F8-4CBF-8DE2-9874D0653AF1}" dt="2021-09-16T20:35:23.454" v="738" actId="20577"/>
        <pc:sldMkLst>
          <pc:docMk/>
          <pc:sldMk cId="1728614233" sldId="311"/>
        </pc:sldMkLst>
        <pc:spChg chg="mod">
          <ac:chgData name="Csaba Lamfalusi" userId="cbc279de-7f57-4534-a6c5-8d01537d4a9e" providerId="ADAL" clId="{80EA9239-C7F8-4CBF-8DE2-9874D0653AF1}" dt="2021-09-16T20:35:23.454" v="738" actId="20577"/>
          <ac:spMkLst>
            <pc:docMk/>
            <pc:sldMk cId="1728614233" sldId="311"/>
            <ac:spMk id="3" creationId="{00000000-0000-0000-0000-000000000000}"/>
          </ac:spMkLst>
        </pc:spChg>
        <pc:picChg chg="add mod">
          <ac:chgData name="Csaba Lamfalusi" userId="cbc279de-7f57-4534-a6c5-8d01537d4a9e" providerId="ADAL" clId="{80EA9239-C7F8-4CBF-8DE2-9874D0653AF1}" dt="2021-09-16T20:35:15.101" v="720" actId="1076"/>
          <ac:picMkLst>
            <pc:docMk/>
            <pc:sldMk cId="1728614233" sldId="311"/>
            <ac:picMk id="4" creationId="{0C946107-047B-46FE-BDF2-940CFBE2C382}"/>
          </ac:picMkLst>
        </pc:picChg>
        <pc:picChg chg="del">
          <ac:chgData name="Csaba Lamfalusi" userId="cbc279de-7f57-4534-a6c5-8d01537d4a9e" providerId="ADAL" clId="{80EA9239-C7F8-4CBF-8DE2-9874D0653AF1}" dt="2021-09-16T20:35:10.334" v="718" actId="478"/>
          <ac:picMkLst>
            <pc:docMk/>
            <pc:sldMk cId="1728614233" sldId="311"/>
            <ac:picMk id="6" creationId="{93043B41-5A59-443A-8304-02B2F0522367}"/>
          </ac:picMkLst>
        </pc:picChg>
      </pc:sldChg>
      <pc:sldChg chg="add del">
        <pc:chgData name="Csaba Lamfalusi" userId="cbc279de-7f57-4534-a6c5-8d01537d4a9e" providerId="ADAL" clId="{80EA9239-C7F8-4CBF-8DE2-9874D0653AF1}" dt="2021-09-16T20:36:55.922" v="782"/>
        <pc:sldMkLst>
          <pc:docMk/>
          <pc:sldMk cId="730933316" sldId="312"/>
        </pc:sldMkLst>
      </pc:sldChg>
      <pc:sldChg chg="modSp add mod ord">
        <pc:chgData name="Csaba Lamfalusi" userId="cbc279de-7f57-4534-a6c5-8d01537d4a9e" providerId="ADAL" clId="{80EA9239-C7F8-4CBF-8DE2-9874D0653AF1}" dt="2021-09-16T20:37:29.567" v="805"/>
        <pc:sldMkLst>
          <pc:docMk/>
          <pc:sldMk cId="2108864929" sldId="312"/>
        </pc:sldMkLst>
        <pc:spChg chg="mod">
          <ac:chgData name="Csaba Lamfalusi" userId="cbc279de-7f57-4534-a6c5-8d01537d4a9e" providerId="ADAL" clId="{80EA9239-C7F8-4CBF-8DE2-9874D0653AF1}" dt="2021-09-16T20:37:20.222" v="803" actId="20577"/>
          <ac:spMkLst>
            <pc:docMk/>
            <pc:sldMk cId="2108864929" sldId="312"/>
            <ac:spMk id="4" creationId="{00000000-0000-0000-0000-000000000000}"/>
          </ac:spMkLst>
        </pc:spChg>
      </pc:sldChg>
      <pc:sldChg chg="modSp add mod ord">
        <pc:chgData name="Csaba Lamfalusi" userId="cbc279de-7f57-4534-a6c5-8d01537d4a9e" providerId="ADAL" clId="{80EA9239-C7F8-4CBF-8DE2-9874D0653AF1}" dt="2021-09-16T20:37:49.007" v="814" actId="20577"/>
        <pc:sldMkLst>
          <pc:docMk/>
          <pc:sldMk cId="3492091565" sldId="313"/>
        </pc:sldMkLst>
        <pc:spChg chg="mod">
          <ac:chgData name="Csaba Lamfalusi" userId="cbc279de-7f57-4534-a6c5-8d01537d4a9e" providerId="ADAL" clId="{80EA9239-C7F8-4CBF-8DE2-9874D0653AF1}" dt="2021-09-16T20:37:49.007" v="814" actId="20577"/>
          <ac:spMkLst>
            <pc:docMk/>
            <pc:sldMk cId="3492091565" sldId="313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3937" y="0"/>
            <a:ext cx="3810000" cy="51435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333937" y="0"/>
            <a:ext cx="3810000" cy="51435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2767227" y="2306574"/>
            <a:ext cx="5143500" cy="5303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78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31466" y="3843769"/>
            <a:ext cx="1945326" cy="399456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0"/>
            <a:ext cx="3810000" cy="5143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 dirty="0"/>
              <a:t>Please add cover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73801" y="0"/>
            <a:ext cx="530352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 userDrawn="1"/>
        </p:nvSpPr>
        <p:spPr>
          <a:xfrm>
            <a:off x="421400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264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 userDrawn="1"/>
        </p:nvSpPr>
        <p:spPr>
          <a:xfrm>
            <a:off x="1307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787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28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2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800600" y="1079500"/>
            <a:ext cx="3986213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7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422400"/>
            <a:ext cx="8429625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1079500"/>
            <a:ext cx="8429625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7" y="1079500"/>
            <a:ext cx="3993359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1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13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2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7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8" y="1092491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710972" y="1092491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one title here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4120134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57188" y="1698020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57188" y="2303549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2909078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357188" y="3514607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710972" y="1697608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TWO title here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710972" y="2302725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THREE title here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710972" y="2907842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710972" y="3512959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And delete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710972" y="4118077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The extras</a:t>
            </a:r>
          </a:p>
        </p:txBody>
      </p:sp>
      <p:sp>
        <p:nvSpPr>
          <p:cNvPr id="3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082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673894" y="1780394"/>
            <a:ext cx="3986211" cy="2696355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73893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3893" y="1437495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Please put title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33999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6228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406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15867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480321" y="1780394"/>
            <a:ext cx="3993357" cy="2696355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480321" y="1079500"/>
            <a:ext cx="3986213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put name here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1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 userDrawn="1"/>
        </p:nvSpPr>
        <p:spPr>
          <a:xfrm>
            <a:off x="894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2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PHOTO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480321" y="1437495"/>
            <a:ext cx="399354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Please put title here</a:t>
            </a:r>
          </a:p>
        </p:txBody>
      </p:sp>
      <p:sp>
        <p:nvSpPr>
          <p:cNvPr id="1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48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 userDrawn="1">
          <p15:clr>
            <a:srgbClr val="FBAE40"/>
          </p15:clr>
        </p15:guide>
        <p15:guide id="2" orient="horz" pos="15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54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9" y="1079500"/>
            <a:ext cx="3986214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03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Color Canv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1127175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  <p:sp>
        <p:nvSpPr>
          <p:cNvPr id="5" name="Title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735751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4" name="Title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31463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1127175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5735751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3431463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77371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780953" y="2098360"/>
            <a:ext cx="5582093" cy="5873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latin typeface="+mj-lt"/>
              </a:defRPr>
            </a:lvl2pPr>
            <a:lvl3pPr marL="914400" indent="0">
              <a:buNone/>
              <a:defRPr sz="16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1600" baseline="0" dirty="0">
                <a:solidFill>
                  <a:schemeClr val="bg1"/>
                </a:solidFill>
                <a:latin typeface="+mj-lt"/>
              </a:rPr>
            </a:b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convallis. </a:t>
            </a:r>
            <a:endParaRPr lang="en-US" sz="1600" b="1" spc="200" baseline="0" dirty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1" y="-122440"/>
            <a:ext cx="1548202" cy="1187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7595798" y="3681859"/>
            <a:ext cx="1548202" cy="1187447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66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431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40C60-A39E-8442-A520-BA092303AC98}"/>
              </a:ext>
            </a:extLst>
          </p:cNvPr>
          <p:cNvCxnSpPr/>
          <p:nvPr userDrawn="1"/>
        </p:nvCxnSpPr>
        <p:spPr>
          <a:xfrm flipV="1">
            <a:off x="5986464" y="703218"/>
            <a:ext cx="0" cy="4123421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1FF28FE-B84E-5D44-B6A6-4B55087B1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711726"/>
            <a:ext cx="5986464" cy="4089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hape 920">
            <a:extLst>
              <a:ext uri="{FF2B5EF4-FFF2-40B4-BE49-F238E27FC236}">
                <a16:creationId xmlns:a16="http://schemas.microsoft.com/office/drawing/2014/main" id="{D1A5E50C-7A92-6F49-870C-2507B203D755}"/>
              </a:ext>
            </a:extLst>
          </p:cNvPr>
          <p:cNvSpPr/>
          <p:nvPr userDrawn="1"/>
        </p:nvSpPr>
        <p:spPr>
          <a:xfrm>
            <a:off x="5986464" y="711726"/>
            <a:ext cx="3157536" cy="51859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28575" rIns="0" bIns="28575" anchor="ctr">
            <a:noAutofit/>
          </a:bodyPr>
          <a:lstStyle/>
          <a:p>
            <a:pPr marR="23813" indent="23813" algn="ctr" defTabSz="309567">
              <a:lnSpc>
                <a:spcPct val="90000"/>
              </a:lnSpc>
              <a:defRPr sz="2800" cap="all">
                <a:solidFill>
                  <a:srgbClr val="FFFFFF"/>
                </a:solidFill>
                <a:latin typeface="Oswald DemiBold"/>
                <a:ea typeface="Oswald DemiBold"/>
                <a:cs typeface="Oswald DemiBold"/>
                <a:sym typeface="Oswald DemiBold"/>
              </a:defRPr>
            </a:pPr>
            <a:endParaRPr sz="1200" b="1" kern="0" cap="all" spc="100" dirty="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Oswald DemiBold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86B7237-6AD3-844E-9A6E-C3E0C1013A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462" y="769496"/>
            <a:ext cx="3157537" cy="438912"/>
          </a:xfrm>
          <a:noFill/>
          <a:ln>
            <a:noFill/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328E10-B013-0A4C-A50C-6D1D6CFD70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93213" y="1772289"/>
            <a:ext cx="2656378" cy="30543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BD56F5B-8455-0345-910E-53CDD8476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3213" y="1429389"/>
            <a:ext cx="2656378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</p:spTree>
    <p:extLst>
      <p:ext uri="{BB962C8B-B14F-4D97-AF65-F5344CB8AC3E}">
        <p14:creationId xmlns:p14="http://schemas.microsoft.com/office/powerpoint/2010/main" val="1511893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2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>
                <a:latin typeface="+mn-lt"/>
              </a:defRPr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860875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Brigh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30461953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Lim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6252515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Cor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216545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5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e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31466" y="1412416"/>
            <a:ext cx="4315968" cy="14219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625596" y="3843769"/>
            <a:ext cx="1945326" cy="39945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200" b="1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0" r:id="rId2"/>
    <p:sldLayoutId id="2147483696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600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rgbClr val="133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364" y="1079500"/>
            <a:ext cx="8426449" cy="3397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Second</a:t>
            </a:r>
          </a:p>
          <a:p>
            <a:pPr lvl="2"/>
            <a:r>
              <a:rPr lang="en-US" dirty="0"/>
              <a:t>third</a:t>
            </a:r>
          </a:p>
          <a:p>
            <a:pPr lvl="3"/>
            <a:r>
              <a:rPr lang="en-US" dirty="0"/>
              <a:t>fourth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</p:spPr>
        <p:txBody>
          <a:bodyPr vert="horz" wrap="none" lIns="0" tIns="45720" rIns="0" bIns="45720" rtlCol="0" anchor="ctr">
            <a:noAutofit/>
          </a:bodyPr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8E00D-81AB-8847-9E12-0981E03F6A7D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735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1" r:id="rId3"/>
    <p:sldLayoutId id="2147483682" r:id="rId4"/>
    <p:sldLayoutId id="2147483685" r:id="rId5"/>
    <p:sldLayoutId id="2147483686" r:id="rId6"/>
    <p:sldLayoutId id="2147483687" r:id="rId7"/>
    <p:sldLayoutId id="2147483692" r:id="rId8"/>
    <p:sldLayoutId id="2147483688" r:id="rId9"/>
    <p:sldLayoutId id="2147483689" r:id="rId10"/>
    <p:sldLayoutId id="2147483684" r:id="rId11"/>
    <p:sldLayoutId id="2147483695" r:id="rId12"/>
    <p:sldLayoutId id="2147483694" r:id="rId13"/>
    <p:sldLayoutId id="2147483690" r:id="rId14"/>
    <p:sldLayoutId id="2147483697" r:id="rId15"/>
    <p:sldLayoutId id="2147483691" r:id="rId1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 cap="none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ts val="1600"/>
        </a:lnSpc>
        <a:spcBef>
          <a:spcPts val="264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orient="horz" pos="338" userDrawn="1">
          <p15:clr>
            <a:srgbClr val="F26B43"/>
          </p15:clr>
        </p15:guide>
        <p15:guide id="3" orient="horz" pos="680" userDrawn="1">
          <p15:clr>
            <a:srgbClr val="F26B43"/>
          </p15:clr>
        </p15:guide>
        <p15:guide id="4" orient="horz" pos="2820" userDrawn="1">
          <p15:clr>
            <a:srgbClr val="F26B43"/>
          </p15:clr>
        </p15:guide>
        <p15:guide id="5" pos="226" userDrawn="1">
          <p15:clr>
            <a:srgbClr val="F26B43"/>
          </p15:clr>
        </p15:guide>
        <p15:guide id="6" pos="5535" userDrawn="1">
          <p15:clr>
            <a:srgbClr val="F26B43"/>
          </p15:clr>
        </p15:guide>
        <p15:guide id="7" orient="horz" pos="896" userDrawn="1">
          <p15:clr>
            <a:srgbClr val="F26B43"/>
          </p15:clr>
        </p15:guide>
        <p15:guide id="8" pos="2736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orient="horz" pos="3036" userDrawn="1">
          <p15:clr>
            <a:srgbClr val="F26B43"/>
          </p15:clr>
        </p15:guide>
        <p15:guide id="11" orient="horz" pos="3084" userDrawn="1">
          <p15:clr>
            <a:srgbClr val="F26B43"/>
          </p15:clr>
        </p15:guide>
        <p15:guide id="12" orient="horz" pos="31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0954" y="1803228"/>
            <a:ext cx="5582093" cy="12201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endParaRPr lang="en-US" sz="4400" b="1" spc="2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32217A-8F11-8743-849F-F8E866BEB919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861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1466" y="1761860"/>
            <a:ext cx="4315968" cy="738293"/>
          </a:xfrm>
        </p:spPr>
        <p:txBody>
          <a:bodyPr/>
          <a:lstStyle/>
          <a:p>
            <a:r>
              <a:rPr lang="hu-HU" dirty="0"/>
              <a:t>HTTP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1466" y="3381640"/>
            <a:ext cx="4315968" cy="313932"/>
          </a:xfrm>
        </p:spPr>
        <p:txBody>
          <a:bodyPr/>
          <a:lstStyle/>
          <a:p>
            <a:r>
              <a:rPr lang="en-US" dirty="0" err="1"/>
              <a:t>Lovász</a:t>
            </a:r>
            <a:r>
              <a:rPr lang="en-US" dirty="0"/>
              <a:t> </a:t>
            </a:r>
            <a:r>
              <a:rPr lang="en-US" dirty="0" err="1"/>
              <a:t>Kristóf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D212A-E369-CB46-BE9C-0744152A0BAF}"/>
              </a:ext>
            </a:extLst>
          </p:cNvPr>
          <p:cNvSpPr txBox="1"/>
          <p:nvPr/>
        </p:nvSpPr>
        <p:spPr>
          <a:xfrm>
            <a:off x="433143" y="4867516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319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hu-HU" dirty="0"/>
              <a:t>Current </a:t>
            </a:r>
            <a:r>
              <a:rPr lang="en-US" dirty="0"/>
              <a:t>Project Role</a:t>
            </a:r>
            <a:r>
              <a:rPr lang="hu-HU" dirty="0"/>
              <a:t>: Software Engineer</a:t>
            </a:r>
          </a:p>
          <a:p>
            <a:r>
              <a:rPr lang="hu-HU" dirty="0"/>
              <a:t>Primary Skill: </a:t>
            </a:r>
            <a:r>
              <a:rPr lang="en-US" dirty="0"/>
              <a:t>Scala</a:t>
            </a:r>
            <a:r>
              <a:rPr lang="hu-HU" dirty="0"/>
              <a:t> Backend </a:t>
            </a:r>
            <a:r>
              <a:rPr lang="hu-HU" dirty="0" err="1"/>
              <a:t>Development</a:t>
            </a:r>
            <a:endParaRPr lang="en-US" dirty="0"/>
          </a:p>
          <a:p>
            <a:r>
              <a:rPr lang="en-US" dirty="0"/>
              <a:t>Secondary Skill: Java Backend Development</a:t>
            </a:r>
            <a:endParaRPr lang="hu-HU" dirty="0"/>
          </a:p>
          <a:p>
            <a:pPr lvl="1"/>
            <a:r>
              <a:rPr lang="en-US" dirty="0"/>
              <a:t>Experience in </a:t>
            </a:r>
            <a:r>
              <a:rPr lang="hu-HU" dirty="0"/>
              <a:t>backend application development</a:t>
            </a:r>
            <a:endParaRPr lang="en-US" dirty="0"/>
          </a:p>
          <a:p>
            <a:pPr lvl="1"/>
            <a:r>
              <a:rPr lang="hu-HU" dirty="0" err="1"/>
              <a:t>Us</a:t>
            </a:r>
            <a:r>
              <a:rPr lang="en-US" dirty="0"/>
              <a:t>ed</a:t>
            </a:r>
            <a:r>
              <a:rPr lang="hu-HU" dirty="0"/>
              <a:t> Spring Framework</a:t>
            </a:r>
            <a:endParaRPr lang="en-US" dirty="0"/>
          </a:p>
          <a:p>
            <a:pPr lvl="1"/>
            <a:r>
              <a:rPr lang="en-US" dirty="0"/>
              <a:t>Currently using AWS serverless architecture (Java)</a:t>
            </a:r>
            <a:endParaRPr lang="hu-HU" dirty="0"/>
          </a:p>
          <a:p>
            <a:r>
              <a:rPr lang="hu-HU" dirty="0"/>
              <a:t>Other interest:</a:t>
            </a:r>
          </a:p>
          <a:p>
            <a:pPr lvl="1"/>
            <a:r>
              <a:rPr lang="en-US" dirty="0"/>
              <a:t>React development</a:t>
            </a:r>
            <a:endParaRPr lang="hu-HU" dirty="0"/>
          </a:p>
          <a:p>
            <a:r>
              <a:rPr lang="hu-HU" dirty="0" err="1"/>
              <a:t>Contact</a:t>
            </a:r>
            <a:r>
              <a:rPr lang="hu-HU" dirty="0"/>
              <a:t>: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Kristof_Lovasz@epam.com</a:t>
            </a:r>
            <a:endParaRPr lang="hu-HU" dirty="0">
              <a:solidFill>
                <a:schemeClr val="accent2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Kristóf</a:t>
            </a:r>
            <a:r>
              <a:rPr lang="en-US" dirty="0"/>
              <a:t> </a:t>
            </a:r>
            <a:r>
              <a:rPr lang="en-US" dirty="0" err="1"/>
              <a:t>Lovász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EC5A070-E99C-6143-B73A-CC95BE86F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Software Engineer at EPAM</a:t>
            </a:r>
            <a:endParaRPr lang="en-US" dirty="0"/>
          </a:p>
        </p:txBody>
      </p:sp>
      <p:pic>
        <p:nvPicPr>
          <p:cNvPr id="13" name="Kép helye 12" descr="A képen személy, Emberi arc, fa, mosoly látható&#10;&#10;Automatikusan generált leírás">
            <a:extLst>
              <a:ext uri="{FF2B5EF4-FFF2-40B4-BE49-F238E27FC236}">
                <a16:creationId xmlns:a16="http://schemas.microsoft.com/office/drawing/2014/main" id="{0125E5C7-8FB7-BA0E-36B0-E7C78F9680B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" r="10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5724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Agenda</a:t>
            </a:r>
            <a:endParaRPr lang="en-US" dirty="0"/>
          </a:p>
        </p:txBody>
      </p:sp>
      <p:pic>
        <p:nvPicPr>
          <p:cNvPr id="7" name="Picture Placeholder 6" descr="A person using a computer&#10;&#10;Description automatically generated">
            <a:extLst>
              <a:ext uri="{FF2B5EF4-FFF2-40B4-BE49-F238E27FC236}">
                <a16:creationId xmlns:a16="http://schemas.microsoft.com/office/drawing/2014/main" id="{C335CE7A-98B6-4D9A-9C0D-C196EBC0CFE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3" r="20353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1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Client Server architecture</a:t>
            </a: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2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hu-HU" dirty="0"/>
              <a:t>3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hu-HU" dirty="0"/>
              <a:t>HTTP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hu-HU" dirty="0"/>
              <a:t>demo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C89A-3E1B-FF47-B76F-3E8ED7756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211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Client Server architecture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45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Client-Server Architecture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8" name="Picture 4" descr="Client–server model - Wikipedia">
            <a:extLst>
              <a:ext uri="{FF2B5EF4-FFF2-40B4-BE49-F238E27FC236}">
                <a16:creationId xmlns:a16="http://schemas.microsoft.com/office/drawing/2014/main" id="{7EEDE399-D643-44ED-A879-FED89A9F5F10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709" y="1422400"/>
            <a:ext cx="5090583" cy="305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99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Basic building stones of the web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3986212" cy="1392800"/>
          </a:xfrm>
        </p:spPr>
        <p:txBody>
          <a:bodyPr/>
          <a:lstStyle/>
          <a:p>
            <a:r>
              <a:rPr lang="hu-HU" b="1" dirty="0"/>
              <a:t>HTTP</a:t>
            </a:r>
            <a:r>
              <a:rPr lang="hu-HU" dirty="0"/>
              <a:t> as protocol</a:t>
            </a:r>
          </a:p>
          <a:p>
            <a:r>
              <a:rPr lang="hu-HU" b="1" dirty="0"/>
              <a:t>HTML</a:t>
            </a:r>
            <a:r>
              <a:rPr lang="hu-HU" dirty="0"/>
              <a:t> as document format</a:t>
            </a:r>
          </a:p>
          <a:p>
            <a:r>
              <a:rPr lang="hu-HU" b="1" dirty="0"/>
              <a:t>CSS</a:t>
            </a:r>
            <a:r>
              <a:rPr lang="hu-HU" dirty="0"/>
              <a:t> as formatting language</a:t>
            </a:r>
          </a:p>
          <a:p>
            <a:r>
              <a:rPr lang="hu-HU" b="1" dirty="0"/>
              <a:t>JavaScript</a:t>
            </a:r>
            <a:r>
              <a:rPr lang="hu-HU" dirty="0"/>
              <a:t> to run code inside the browser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00160-BC63-054B-87DD-D877764D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45FB24D-EEEC-47A6-8ADC-4C53F6288A9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l="8054" r="8054"/>
          <a:stretch/>
        </p:blipFill>
        <p:spPr/>
      </p:pic>
    </p:spTree>
    <p:extLst>
      <p:ext uri="{BB962C8B-B14F-4D97-AF65-F5344CB8AC3E}">
        <p14:creationId xmlns:p14="http://schemas.microsoft.com/office/powerpoint/2010/main" val="55613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HTTP Client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ABB2849-4D48-48D0-B988-71D949FC537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917291" y="1990930"/>
            <a:ext cx="5309419" cy="1917290"/>
          </a:xfrm>
        </p:spPr>
      </p:pic>
    </p:spTree>
    <p:extLst>
      <p:ext uri="{BB962C8B-B14F-4D97-AF65-F5344CB8AC3E}">
        <p14:creationId xmlns:p14="http://schemas.microsoft.com/office/powerpoint/2010/main" val="41975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HTTP Server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3986212" cy="1392800"/>
          </a:xfrm>
        </p:spPr>
        <p:txBody>
          <a:bodyPr/>
          <a:lstStyle/>
          <a:p>
            <a:r>
              <a:rPr lang="hu-HU" dirty="0"/>
              <a:t>Apache HTTP Server</a:t>
            </a:r>
          </a:p>
          <a:p>
            <a:r>
              <a:rPr lang="hu-HU" dirty="0"/>
              <a:t>Nginx</a:t>
            </a:r>
          </a:p>
          <a:p>
            <a:r>
              <a:rPr lang="hu-HU" dirty="0"/>
              <a:t>Apache Tomcat</a:t>
            </a:r>
          </a:p>
          <a:p>
            <a:r>
              <a:rPr lang="hu-HU" dirty="0"/>
              <a:t>Jetty</a:t>
            </a:r>
          </a:p>
          <a:p>
            <a:r>
              <a:rPr lang="hu-HU" dirty="0"/>
              <a:t>...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00160-BC63-054B-87DD-D877764D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2927592-E836-49B7-8A30-3373B01AB99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l="272" r="272"/>
          <a:stretch/>
        </p:blipFill>
        <p:spPr/>
      </p:pic>
    </p:spTree>
    <p:extLst>
      <p:ext uri="{BB962C8B-B14F-4D97-AF65-F5344CB8AC3E}">
        <p14:creationId xmlns:p14="http://schemas.microsoft.com/office/powerpoint/2010/main" val="1482063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HTTP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64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HTTP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8A78EE-563B-44FB-BE42-5C8B8165400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74036" y="1422400"/>
            <a:ext cx="6795928" cy="3054350"/>
          </a:xfrm>
        </p:spPr>
      </p:pic>
    </p:spTree>
    <p:extLst>
      <p:ext uri="{BB962C8B-B14F-4D97-AF65-F5344CB8AC3E}">
        <p14:creationId xmlns:p14="http://schemas.microsoft.com/office/powerpoint/2010/main" val="3321536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HTTP Request - GET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4D723F-484F-4EEE-8CF9-BA26DA748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" y="953570"/>
            <a:ext cx="8921198" cy="356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070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HTTP Request - POST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FFA6AE-C886-43C9-A21B-BDBE681D0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858341"/>
            <a:ext cx="7848600" cy="3733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675424-9782-442E-A560-93A7E12DC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21" y="1019607"/>
            <a:ext cx="185737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56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HTTP Methods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2C809-3F3E-448F-86F2-4085DF6C4A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hu-HU" b="1" dirty="0"/>
              <a:t>Get: </a:t>
            </a:r>
            <a:r>
              <a:rPr lang="en-US" b="1" dirty="0"/>
              <a:t>The GET method requests a representation of the specified resource. Requests using GET should only retrieve data.</a:t>
            </a:r>
          </a:p>
          <a:p>
            <a:r>
              <a:rPr lang="hu-HU" dirty="0"/>
              <a:t>Head: </a:t>
            </a:r>
            <a:r>
              <a:rPr lang="en-US" dirty="0"/>
              <a:t>The HEAD method asks for a response identical to a GET request, but without the response body.</a:t>
            </a:r>
            <a:endParaRPr lang="hu-HU" dirty="0"/>
          </a:p>
          <a:p>
            <a:r>
              <a:rPr lang="hu-HU" b="1" dirty="0"/>
              <a:t>Post: </a:t>
            </a:r>
            <a:r>
              <a:rPr lang="en-US" b="1" dirty="0"/>
              <a:t>The POST method submits an entity to the specified resource, often causing a change in state or side effects on the server.</a:t>
            </a:r>
            <a:endParaRPr lang="hu-HU" b="1" dirty="0"/>
          </a:p>
          <a:p>
            <a:r>
              <a:rPr lang="hu-HU" b="1" dirty="0"/>
              <a:t>Put: </a:t>
            </a:r>
            <a:r>
              <a:rPr lang="en-US" b="1" dirty="0"/>
              <a:t>The PUT method replaces all current representations of the target resource with the request payload.</a:t>
            </a:r>
            <a:endParaRPr lang="hu-HU" b="1" dirty="0"/>
          </a:p>
          <a:p>
            <a:r>
              <a:rPr lang="hu-HU" b="1" dirty="0"/>
              <a:t>Delete: </a:t>
            </a:r>
            <a:r>
              <a:rPr lang="en-US" b="1" dirty="0"/>
              <a:t>The DELETE method deletes the specified resource.</a:t>
            </a:r>
            <a:endParaRPr lang="hu-HU" b="1" dirty="0"/>
          </a:p>
          <a:p>
            <a:r>
              <a:rPr lang="hu-HU" dirty="0"/>
              <a:t>Connect: </a:t>
            </a:r>
            <a:r>
              <a:rPr lang="en-US" dirty="0"/>
              <a:t>The CONNECT method establishes a tunnel to the server identified by the target resource.</a:t>
            </a:r>
            <a:endParaRPr lang="hu-HU" dirty="0"/>
          </a:p>
          <a:p>
            <a:r>
              <a:rPr lang="hu-HU" dirty="0"/>
              <a:t>Options: </a:t>
            </a:r>
            <a:r>
              <a:rPr lang="en-US" dirty="0"/>
              <a:t>The OPTIONS method describes the communication options for the target resource.</a:t>
            </a:r>
            <a:endParaRPr lang="hu-HU" dirty="0"/>
          </a:p>
          <a:p>
            <a:r>
              <a:rPr lang="hu-HU" dirty="0"/>
              <a:t>Trace: </a:t>
            </a:r>
            <a:r>
              <a:rPr lang="en-US" dirty="0"/>
              <a:t>The TRACE method performs a message loop-back test along the path to the target resource.</a:t>
            </a:r>
            <a:endParaRPr lang="hu-HU" dirty="0"/>
          </a:p>
          <a:p>
            <a:r>
              <a:rPr lang="hu-HU" dirty="0"/>
              <a:t>Patch: </a:t>
            </a:r>
            <a:r>
              <a:rPr lang="en-US" dirty="0"/>
              <a:t>The PATCH method applies partial modifications to a resource.</a:t>
            </a:r>
            <a:endParaRPr lang="hu-H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969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HTTP Response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0785FF-3D30-417D-939E-B9DA4ECFF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69" y="1757362"/>
            <a:ext cx="2943225" cy="1628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114106-6117-466A-A73E-B3203E944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177" y="1738312"/>
            <a:ext cx="37909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29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HTTP Status Codes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2C809-3F3E-448F-86F2-4085DF6C4A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fr-FR" dirty="0" err="1"/>
              <a:t>Informational</a:t>
            </a:r>
            <a:r>
              <a:rPr lang="fr-FR" dirty="0"/>
              <a:t> </a:t>
            </a:r>
            <a:r>
              <a:rPr lang="fr-FR" dirty="0" err="1"/>
              <a:t>responses</a:t>
            </a:r>
            <a:r>
              <a:rPr lang="fr-FR" dirty="0"/>
              <a:t> (100 – 199)</a:t>
            </a:r>
            <a:r>
              <a:rPr lang="hu-HU" dirty="0"/>
              <a:t>: </a:t>
            </a:r>
            <a:r>
              <a:rPr lang="en-US" dirty="0"/>
              <a:t>An informational response indicates that the request was received and understood.</a:t>
            </a:r>
            <a:endParaRPr lang="fr-FR" dirty="0"/>
          </a:p>
          <a:p>
            <a:r>
              <a:rPr lang="fr-FR" dirty="0" err="1"/>
              <a:t>Successful</a:t>
            </a:r>
            <a:r>
              <a:rPr lang="fr-FR" dirty="0"/>
              <a:t> </a:t>
            </a:r>
            <a:r>
              <a:rPr lang="fr-FR" dirty="0" err="1"/>
              <a:t>responses</a:t>
            </a:r>
            <a:r>
              <a:rPr lang="fr-FR" dirty="0"/>
              <a:t> (200 – 299)</a:t>
            </a:r>
            <a:r>
              <a:rPr lang="hu-HU" dirty="0"/>
              <a:t>: </a:t>
            </a:r>
            <a:r>
              <a:rPr lang="en-US" dirty="0"/>
              <a:t>This class of status codes indicates the action requested by the client was received, understood, and accepted.</a:t>
            </a:r>
            <a:endParaRPr lang="hu-HU" dirty="0"/>
          </a:p>
          <a:p>
            <a:pPr lvl="1"/>
            <a:r>
              <a:rPr lang="hu-HU" dirty="0"/>
              <a:t>HTTP 200 OK</a:t>
            </a:r>
            <a:endParaRPr lang="fr-FR" dirty="0"/>
          </a:p>
          <a:p>
            <a:r>
              <a:rPr lang="fr-FR" dirty="0"/>
              <a:t>Redirection messages (300 – 399)</a:t>
            </a:r>
            <a:r>
              <a:rPr lang="hu-HU" dirty="0"/>
              <a:t>: </a:t>
            </a:r>
            <a:r>
              <a:rPr lang="en-US" dirty="0"/>
              <a:t>This class of status code indicates the client must take additional action to complete the request.</a:t>
            </a:r>
            <a:endParaRPr lang="fr-FR" dirty="0"/>
          </a:p>
          <a:p>
            <a:r>
              <a:rPr lang="fr-FR" dirty="0"/>
              <a:t>Client </a:t>
            </a:r>
            <a:r>
              <a:rPr lang="fr-FR" dirty="0" err="1"/>
              <a:t>error</a:t>
            </a:r>
            <a:r>
              <a:rPr lang="fr-FR" dirty="0"/>
              <a:t> </a:t>
            </a:r>
            <a:r>
              <a:rPr lang="fr-FR" dirty="0" err="1"/>
              <a:t>responses</a:t>
            </a:r>
            <a:r>
              <a:rPr lang="fr-FR" dirty="0"/>
              <a:t> (400 – 499)</a:t>
            </a:r>
            <a:r>
              <a:rPr lang="hu-HU" dirty="0"/>
              <a:t>: </a:t>
            </a:r>
            <a:r>
              <a:rPr lang="en-US" dirty="0"/>
              <a:t>This class of status code is intended for situations in which the error seems to have been caused by the client.</a:t>
            </a:r>
            <a:endParaRPr lang="hu-HU" dirty="0"/>
          </a:p>
          <a:p>
            <a:pPr lvl="1"/>
            <a:r>
              <a:rPr lang="hu-HU" dirty="0"/>
              <a:t>HTTP 404 Not Found</a:t>
            </a:r>
          </a:p>
          <a:p>
            <a:pPr lvl="1"/>
            <a:r>
              <a:rPr lang="hu-HU" dirty="0"/>
              <a:t>HTTP 418 I’m a teapot</a:t>
            </a:r>
            <a:endParaRPr lang="fr-FR" dirty="0"/>
          </a:p>
          <a:p>
            <a:r>
              <a:rPr lang="fr-FR" dirty="0"/>
              <a:t>Server </a:t>
            </a:r>
            <a:r>
              <a:rPr lang="fr-FR" dirty="0" err="1"/>
              <a:t>error</a:t>
            </a:r>
            <a:r>
              <a:rPr lang="fr-FR" dirty="0"/>
              <a:t> </a:t>
            </a:r>
            <a:r>
              <a:rPr lang="fr-FR" dirty="0" err="1"/>
              <a:t>responses</a:t>
            </a:r>
            <a:r>
              <a:rPr lang="fr-FR" dirty="0"/>
              <a:t> (500 – 599)</a:t>
            </a:r>
            <a:r>
              <a:rPr lang="hu-HU" dirty="0"/>
              <a:t>: </a:t>
            </a:r>
            <a:r>
              <a:rPr lang="en-US" dirty="0"/>
              <a:t>The server failed to fulfil a request.</a:t>
            </a:r>
            <a:endParaRPr lang="hu-HU" dirty="0"/>
          </a:p>
          <a:p>
            <a:pPr lvl="1"/>
            <a:r>
              <a:rPr lang="hu-HU" dirty="0"/>
              <a:t>HTTP 500 Internal Server Error</a:t>
            </a:r>
          </a:p>
          <a:p>
            <a:endParaRPr lang="en-US" dirty="0"/>
          </a:p>
        </p:txBody>
      </p:sp>
      <p:pic>
        <p:nvPicPr>
          <p:cNvPr id="2050" name="Picture 2" descr="دمية قطعا ثقب الباب mrs teapot - rise-association.com">
            <a:extLst>
              <a:ext uri="{FF2B5EF4-FFF2-40B4-BE49-F238E27FC236}">
                <a16:creationId xmlns:a16="http://schemas.microsoft.com/office/drawing/2014/main" id="{413BBBD7-411F-4AAE-A95D-CF7916F8F8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9"/>
          <a:stretch/>
        </p:blipFill>
        <p:spPr bwMode="auto">
          <a:xfrm>
            <a:off x="7351571" y="3594099"/>
            <a:ext cx="1792429" cy="123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976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HTML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E976A6-FB86-4EFB-BF18-F96BCF24925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589441" y="1422400"/>
            <a:ext cx="5965119" cy="3054350"/>
          </a:xfrm>
        </p:spPr>
      </p:pic>
    </p:spTree>
    <p:extLst>
      <p:ext uri="{BB962C8B-B14F-4D97-AF65-F5344CB8AC3E}">
        <p14:creationId xmlns:p14="http://schemas.microsoft.com/office/powerpoint/2010/main" val="2869410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demo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09156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740A320D-646C-4C12-89B1-0B127236B0F7}"/>
    </a:ext>
  </a:extLst>
</a:theme>
</file>

<file path=ppt/theme/theme2.xml><?xml version="1.0" encoding="utf-8"?>
<a:theme xmlns:a="http://schemas.openxmlformats.org/drawingml/2006/main" name="General">
  <a:themeElements>
    <a:clrScheme name="Custom 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5C4EAAF8-284D-4A65-B20F-C47DE8AC2658}"/>
    </a:ext>
  </a:extLst>
</a:theme>
</file>

<file path=ppt/theme/theme3.xml><?xml version="1.0" encoding="utf-8"?>
<a:theme xmlns:a="http://schemas.openxmlformats.org/drawingml/2006/main" name="Breakers">
  <a:themeElements>
    <a:clrScheme name="Custom 8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67367244-F583-44E6-8F01-4BEACD68663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1611</TotalTime>
  <Words>447</Words>
  <Application>Microsoft Office PowerPoint</Application>
  <PresentationFormat>Diavetítés a képernyőre (16:9 oldalarány)</PresentationFormat>
  <Paragraphs>79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3</vt:i4>
      </vt:variant>
      <vt:variant>
        <vt:lpstr>Diacímek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Covers</vt:lpstr>
      <vt:lpstr>General</vt:lpstr>
      <vt:lpstr>Breakers</vt:lpstr>
      <vt:lpstr>HTTP</vt:lpstr>
      <vt:lpstr>PowerPoint-bemutató</vt:lpstr>
      <vt:lpstr>Agenda</vt:lpstr>
      <vt:lpstr>Client Server architecture</vt:lpstr>
      <vt:lpstr>Client-Server Architecture</vt:lpstr>
      <vt:lpstr>Basic building stones of the web</vt:lpstr>
      <vt:lpstr>HTTP Client</vt:lpstr>
      <vt:lpstr>HTTP Server</vt:lpstr>
      <vt:lpstr>HTTP</vt:lpstr>
      <vt:lpstr>HTTP</vt:lpstr>
      <vt:lpstr>HTTP Request - GET</vt:lpstr>
      <vt:lpstr>HTTP Request - POST</vt:lpstr>
      <vt:lpstr>HTTP Methods</vt:lpstr>
      <vt:lpstr>HTTP Response</vt:lpstr>
      <vt:lpstr>HTTP Status Codes</vt:lpstr>
      <vt:lpstr>HTML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Markowitz</dc:creator>
  <cp:lastModifiedBy>Kristof Lovasz</cp:lastModifiedBy>
  <cp:revision>14</cp:revision>
  <dcterms:created xsi:type="dcterms:W3CDTF">2018-01-26T19:23:30Z</dcterms:created>
  <dcterms:modified xsi:type="dcterms:W3CDTF">2024-04-12T05:16:04Z</dcterms:modified>
</cp:coreProperties>
</file>