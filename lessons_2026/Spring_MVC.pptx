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6" r:id="rId2"/>
    <p:sldMasterId id="2147483663" r:id="rId3"/>
  </p:sldMasterIdLst>
  <p:notesMasterIdLst>
    <p:notesMasterId r:id="rId37"/>
  </p:notesMasterIdLst>
  <p:handoutMasterIdLst>
    <p:handoutMasterId r:id="rId38"/>
  </p:handoutMasterIdLst>
  <p:sldIdLst>
    <p:sldId id="256" r:id="rId4"/>
    <p:sldId id="327" r:id="rId5"/>
    <p:sldId id="264" r:id="rId6"/>
    <p:sldId id="272" r:id="rId7"/>
    <p:sldId id="325" r:id="rId8"/>
    <p:sldId id="314" r:id="rId9"/>
    <p:sldId id="312" r:id="rId10"/>
    <p:sldId id="470" r:id="rId11"/>
    <p:sldId id="469" r:id="rId12"/>
    <p:sldId id="464" r:id="rId13"/>
    <p:sldId id="471" r:id="rId14"/>
    <p:sldId id="468" r:id="rId15"/>
    <p:sldId id="472" r:id="rId16"/>
    <p:sldId id="473" r:id="rId17"/>
    <p:sldId id="474" r:id="rId18"/>
    <p:sldId id="476" r:id="rId19"/>
    <p:sldId id="477" r:id="rId20"/>
    <p:sldId id="478" r:id="rId21"/>
    <p:sldId id="479" r:id="rId22"/>
    <p:sldId id="480" r:id="rId23"/>
    <p:sldId id="482" r:id="rId24"/>
    <p:sldId id="483" r:id="rId25"/>
    <p:sldId id="484" r:id="rId26"/>
    <p:sldId id="485" r:id="rId27"/>
    <p:sldId id="487" r:id="rId28"/>
    <p:sldId id="488" r:id="rId29"/>
    <p:sldId id="489" r:id="rId30"/>
    <p:sldId id="490" r:id="rId31"/>
    <p:sldId id="491" r:id="rId32"/>
    <p:sldId id="492" r:id="rId33"/>
    <p:sldId id="493" r:id="rId34"/>
    <p:sldId id="494" r:id="rId35"/>
    <p:sldId id="313" r:id="rId36"/>
  </p:sldIdLst>
  <p:sldSz cx="9144000" cy="5143500" type="screen16x9"/>
  <p:notesSz cx="6858000" cy="9144000"/>
  <p:defaultTextStyle>
    <a:defPPr>
      <a:defRPr lang="en-US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736" userDrawn="1">
          <p15:clr>
            <a:srgbClr val="A4A3A4"/>
          </p15:clr>
        </p15:guide>
        <p15:guide id="2" pos="147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3C41"/>
    <a:srgbClr val="FEFEFE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9" autoAdjust="0"/>
    <p:restoredTop sz="74591" autoAdjust="0"/>
  </p:normalViewPr>
  <p:slideViewPr>
    <p:cSldViewPr snapToGrid="0">
      <p:cViewPr varScale="1">
        <p:scale>
          <a:sx n="209" d="100"/>
          <a:sy n="209" d="100"/>
        </p:scale>
        <p:origin x="856" y="1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8" d="100"/>
          <a:sy n="88" d="100"/>
        </p:scale>
        <p:origin x="2964" y="66"/>
      </p:cViewPr>
      <p:guideLst>
        <p:guide orient="horz" pos="2736"/>
        <p:guide pos="147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DC14FC-A894-4869-A797-1EC82735D106}" type="datetimeFigureOut">
              <a:rPr lang="en-US" smtClean="0"/>
              <a:t>2/22/22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D33E97-F2BE-44DB-A57D-0C85E2CBF5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778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C05-63F9-4248-8E20-3ACD9DF9DE7F}" type="datetimeFigureOut">
              <a:rPr lang="en-US" smtClean="0"/>
              <a:t>2/22/22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74FABB-6DBE-47C4-B626-20167906F4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H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74FABB-6DBE-47C4-B626-20167906F47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68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pic>
        <p:nvPicPr>
          <p:cNvPr id="5" name="Picture Placeholder 6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33937" y="0"/>
            <a:ext cx="3810000" cy="5143500"/>
          </a:xfrm>
          <a:prstGeom prst="rect">
            <a:avLst/>
          </a:prstGeom>
        </p:spPr>
      </p:pic>
      <p:sp>
        <p:nvSpPr>
          <p:cNvPr id="6" name="Rectangle 5"/>
          <p:cNvSpPr/>
          <p:nvPr userDrawn="1"/>
        </p:nvSpPr>
        <p:spPr>
          <a:xfrm>
            <a:off x="5333937" y="0"/>
            <a:ext cx="3810000" cy="5143500"/>
          </a:xfrm>
          <a:prstGeom prst="rect">
            <a:avLst/>
          </a:prstGeom>
          <a:solidFill>
            <a:srgbClr val="464547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34" tIns="45717" rIns="91434" bIns="45717"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/>
          <a:stretch/>
        </p:blipFill>
        <p:spPr>
          <a:xfrm rot="5400000">
            <a:off x="2767227" y="2306574"/>
            <a:ext cx="5143500" cy="53035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9780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ith Custom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31466" y="1412416"/>
            <a:ext cx="4315968" cy="142192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title here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31466" y="3843769"/>
            <a:ext cx="1945326" cy="399456"/>
          </a:xfrm>
        </p:spPr>
        <p:txBody>
          <a:bodyPr tIns="0" anchor="ctr" anchorCtr="0"/>
          <a:lstStyle>
            <a:lvl1pPr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DATE OR VENUE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31466" y="3049747"/>
            <a:ext cx="4315968" cy="313932"/>
          </a:xfrm>
          <a:prstGeom prst="rect">
            <a:avLst/>
          </a:prstGeom>
        </p:spPr>
        <p:txBody>
          <a:bodyPr wrap="square" lIns="0" tIns="0" rIns="0" bIns="0" anchor="ctr">
            <a:noAutofit/>
          </a:bodyPr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Please add subtitle here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5334000" y="0"/>
            <a:ext cx="3810000" cy="51435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>
              <a:defRPr baseline="0"/>
            </a:lvl1pPr>
          </a:lstStyle>
          <a:p>
            <a:r>
              <a:rPr lang="en-US" dirty="0"/>
              <a:t>Please add cover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 hasCustomPrompt="1"/>
          </p:nvPr>
        </p:nvSpPr>
        <p:spPr>
          <a:xfrm>
            <a:off x="5073801" y="0"/>
            <a:ext cx="530352" cy="51435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lvl="0"/>
            <a:r>
              <a:rPr lang="en-US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 flipV="1">
            <a:off x="627880" y="511280"/>
            <a:ext cx="891284" cy="3160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581AF72-7AD6-334A-BFA2-32789379DA3D}"/>
              </a:ext>
            </a:extLst>
          </p:cNvPr>
          <p:cNvSpPr txBox="1"/>
          <p:nvPr userDrawn="1"/>
        </p:nvSpPr>
        <p:spPr>
          <a:xfrm>
            <a:off x="421400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926412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E38DE0-131E-E04E-BD2E-B00FD5B34CB6}"/>
              </a:ext>
            </a:extLst>
          </p:cNvPr>
          <p:cNvSpPr txBox="1"/>
          <p:nvPr userDrawn="1"/>
        </p:nvSpPr>
        <p:spPr>
          <a:xfrm>
            <a:off x="1307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0787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284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2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quarter" idx="11" hasCustomPrompt="1"/>
          </p:nvPr>
        </p:nvSpPr>
        <p:spPr>
          <a:xfrm>
            <a:off x="4800600" y="1079500"/>
            <a:ext cx="3986213" cy="33972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07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422400"/>
            <a:ext cx="8429625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8" y="1079500"/>
            <a:ext cx="8429625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6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7" y="1079500"/>
            <a:ext cx="3993359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4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079500"/>
            <a:ext cx="3986211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131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Highligh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2" cy="30543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17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 hasCustomPrompt="1"/>
          </p:nvPr>
        </p:nvSpPr>
        <p:spPr>
          <a:xfrm>
            <a:off x="5334000" y="0"/>
            <a:ext cx="3810000" cy="48196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294409" y="716437"/>
            <a:ext cx="4222029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357188" y="1092491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3" hasCustomPrompt="1"/>
          </p:nvPr>
        </p:nvSpPr>
        <p:spPr>
          <a:xfrm>
            <a:off x="710972" y="1092491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one title here</a:t>
            </a:r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357188" y="4120134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357188" y="1698020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16" hasCustomPrompt="1"/>
          </p:nvPr>
        </p:nvSpPr>
        <p:spPr>
          <a:xfrm>
            <a:off x="357188" y="2303549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4" name="Text Placeholder 13"/>
          <p:cNvSpPr>
            <a:spLocks noGrp="1"/>
          </p:cNvSpPr>
          <p:nvPr>
            <p:ph type="body" sz="quarter" idx="17" hasCustomPrompt="1"/>
          </p:nvPr>
        </p:nvSpPr>
        <p:spPr>
          <a:xfrm>
            <a:off x="357188" y="2909078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5" name="Text Placeholder 13"/>
          <p:cNvSpPr>
            <a:spLocks noGrp="1"/>
          </p:cNvSpPr>
          <p:nvPr>
            <p:ph type="body" sz="quarter" idx="18" hasCustomPrompt="1"/>
          </p:nvPr>
        </p:nvSpPr>
        <p:spPr>
          <a:xfrm>
            <a:off x="357188" y="3514607"/>
            <a:ext cx="356616" cy="356616"/>
          </a:xfr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ctr">
            <a:normAutofit/>
          </a:bodyPr>
          <a:lstStyle>
            <a:lvl1pPr marL="0" indent="0" algn="ctr">
              <a:buNone/>
              <a:defRPr sz="14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>
                <a:latin typeface="+mj-lt"/>
              </a:defRPr>
            </a:lvl2pPr>
            <a:lvl3pPr marL="914400" indent="0">
              <a:buNone/>
              <a:defRPr>
                <a:latin typeface="+mj-lt"/>
              </a:defRPr>
            </a:lvl3pPr>
            <a:lvl4pPr marL="1371600" indent="0">
              <a:buNone/>
              <a:defRPr>
                <a:latin typeface="+mj-lt"/>
              </a:defRPr>
            </a:lvl4pPr>
            <a:lvl5pPr marL="1828800" indent="0">
              <a:buFont typeface="Arial" panose="020B0604020202020204" pitchFamily="34" charset="0"/>
              <a:buNone/>
              <a:defRPr>
                <a:latin typeface="+mj-lt"/>
              </a:defRPr>
            </a:lvl5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9" hasCustomPrompt="1"/>
          </p:nvPr>
        </p:nvSpPr>
        <p:spPr>
          <a:xfrm>
            <a:off x="710972" y="1697608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TWO title here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20" hasCustomPrompt="1"/>
          </p:nvPr>
        </p:nvSpPr>
        <p:spPr>
          <a:xfrm>
            <a:off x="710972" y="2302725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Please put section THREE title here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1" hasCustomPrompt="1"/>
          </p:nvPr>
        </p:nvSpPr>
        <p:spPr>
          <a:xfrm>
            <a:off x="710972" y="2907842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…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22" hasCustomPrompt="1"/>
          </p:nvPr>
        </p:nvSpPr>
        <p:spPr>
          <a:xfrm>
            <a:off x="710972" y="3512959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And delete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710972" y="4118077"/>
            <a:ext cx="3632428" cy="356616"/>
          </a:xfrm>
          <a:ln w="19050">
            <a:solidFill>
              <a:srgbClr val="F5F5F5"/>
            </a:solidFill>
          </a:ln>
        </p:spPr>
        <p:txBody>
          <a:bodyPr lIns="108000" anchor="ctr"/>
          <a:lstStyle>
            <a:lvl1pPr marL="0" indent="0">
              <a:buNone/>
              <a:defRPr b="1" i="0" cap="all" spc="200" baseline="0">
                <a:latin typeface="+mn-lt"/>
              </a:defRPr>
            </a:lvl1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The extras</a:t>
            </a:r>
          </a:p>
        </p:txBody>
      </p:sp>
      <p:sp>
        <p:nvSpPr>
          <p:cNvPr id="3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7082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673894" y="1780394"/>
            <a:ext cx="3986211" cy="2696355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73893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1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673893" y="1437495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5333999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 userDrawn="1"/>
        </p:nvSpPr>
        <p:spPr>
          <a:xfrm>
            <a:off x="6228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6406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1586703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480321" y="1780394"/>
            <a:ext cx="3993357" cy="2696355"/>
          </a:xfrm>
        </p:spPr>
        <p:txBody>
          <a:bodyPr/>
          <a:lstStyle>
            <a:lvl1pPr marL="171450" indent="-171450">
              <a:buFont typeface="Arial" panose="020B0604020202020204" pitchFamily="34" charset="0"/>
              <a:buChar char="•"/>
              <a:defRPr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480321" y="1079500"/>
            <a:ext cx="3986213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Please put name here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-1" y="0"/>
            <a:ext cx="3810001" cy="4826639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 userDrawn="1"/>
        </p:nvSpPr>
        <p:spPr>
          <a:xfrm>
            <a:off x="894906" y="1403226"/>
            <a:ext cx="2020186" cy="2020186"/>
          </a:xfrm>
          <a:prstGeom prst="ellipse">
            <a:avLst/>
          </a:prstGeom>
          <a:noFill/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72895" y="1581215"/>
            <a:ext cx="1664208" cy="166420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INSERT PHOTO HERE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4480321" y="1437495"/>
            <a:ext cx="399354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900" b="1" i="1" cap="none" spc="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Please put title here</a:t>
            </a:r>
          </a:p>
        </p:txBody>
      </p:sp>
      <p:sp>
        <p:nvSpPr>
          <p:cNvPr id="1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482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00" userDrawn="1">
          <p15:clr>
            <a:srgbClr val="FBAE40"/>
          </p15:clr>
        </p15:guide>
        <p15:guide id="2" orient="horz" pos="152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8" y="1079500"/>
            <a:ext cx="8429625" cy="3397250"/>
          </a:xfr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marL="171450" marR="0" lvl="0" indent="-171450" algn="l" defTabSz="914400" rtl="0" eaLnBrk="1" fontAlgn="auto" latinLnBrk="0" hangingPunct="1">
              <a:lnSpc>
                <a:spcPts val="1600"/>
              </a:lnSpc>
              <a:spcBef>
                <a:spcPts val="264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sz="1100" dirty="0">
                <a:latin typeface="+mj-lt"/>
              </a:rPr>
              <a:t>In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consectetur</a:t>
            </a:r>
            <a:r>
              <a:rPr lang="en-US" sz="1100" dirty="0">
                <a:latin typeface="+mj-lt"/>
              </a:rPr>
              <a:t>. In dolor ipsum, gravida et </a:t>
            </a:r>
            <a:r>
              <a:rPr lang="en-US" sz="1100" dirty="0" err="1">
                <a:latin typeface="+mj-lt"/>
              </a:rPr>
              <a:t>sagittis</a:t>
            </a:r>
            <a:r>
              <a:rPr lang="en-US" sz="1100" dirty="0">
                <a:latin typeface="+mj-lt"/>
              </a:rPr>
              <a:t> id, </a:t>
            </a:r>
            <a:r>
              <a:rPr lang="en-US" sz="1100" dirty="0" err="1">
                <a:latin typeface="+mj-lt"/>
              </a:rPr>
              <a:t>sollicitudin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nisl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tempus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. Nam in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metus</a:t>
            </a:r>
            <a:r>
              <a:rPr lang="en-US" sz="1100" dirty="0">
                <a:latin typeface="+mj-lt"/>
              </a:rPr>
              <a:t>, ac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purus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Praesent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consequat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lectus</a:t>
            </a:r>
            <a:r>
              <a:rPr lang="en-US" sz="1100" dirty="0">
                <a:latin typeface="+mj-lt"/>
              </a:rPr>
              <a:t> sit </a:t>
            </a:r>
            <a:r>
              <a:rPr lang="en-US" sz="1100" dirty="0" err="1">
                <a:latin typeface="+mj-lt"/>
              </a:rPr>
              <a:t>amet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pharetra,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venenatis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lacinia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erat</a:t>
            </a:r>
            <a:r>
              <a:rPr lang="en-US" sz="1100" dirty="0">
                <a:latin typeface="+mj-lt"/>
              </a:rPr>
              <a:t> libero.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lorem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commodo</a:t>
            </a:r>
            <a:r>
              <a:rPr lang="en-US" sz="1100" dirty="0">
                <a:latin typeface="+mj-lt"/>
              </a:rPr>
              <a:t> vitae ex at, pharetra convallis </a:t>
            </a:r>
            <a:r>
              <a:rPr lang="en-US" sz="1100" dirty="0" err="1">
                <a:latin typeface="+mj-lt"/>
              </a:rPr>
              <a:t>nunc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vehicula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mauris</a:t>
            </a:r>
            <a:r>
              <a:rPr lang="en-US" sz="1100" dirty="0">
                <a:latin typeface="+mj-lt"/>
              </a:rPr>
              <a:t> ligula. </a:t>
            </a:r>
            <a:r>
              <a:rPr lang="en-US" sz="1100" dirty="0" err="1">
                <a:latin typeface="+mj-lt"/>
              </a:rPr>
              <a:t>Suspendisse</a:t>
            </a:r>
            <a:r>
              <a:rPr lang="en-US" sz="1100" dirty="0">
                <a:latin typeface="+mj-lt"/>
              </a:rPr>
              <a:t> in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congue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odio</a:t>
            </a:r>
            <a:r>
              <a:rPr lang="en-US" sz="1100" dirty="0">
                <a:latin typeface="+mj-lt"/>
              </a:rPr>
              <a:t> pharetra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. Nam </a:t>
            </a:r>
            <a:r>
              <a:rPr lang="en-US" sz="1100" dirty="0" err="1">
                <a:latin typeface="+mj-lt"/>
              </a:rPr>
              <a:t>vel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auctor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justo</a:t>
            </a:r>
            <a:r>
              <a:rPr lang="en-US" sz="1100" dirty="0">
                <a:latin typeface="+mj-lt"/>
              </a:rPr>
              <a:t>, vitae </a:t>
            </a:r>
            <a:r>
              <a:rPr lang="en-US" sz="1100" dirty="0" err="1">
                <a:latin typeface="+mj-lt"/>
              </a:rPr>
              <a:t>hendrerit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orci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Duis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sapien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bibendum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tellus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pellentesque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massa</a:t>
            </a:r>
            <a:r>
              <a:rPr lang="en-US" sz="1100" dirty="0">
                <a:latin typeface="+mj-lt"/>
              </a:rPr>
              <a:t>. </a:t>
            </a:r>
            <a:r>
              <a:rPr lang="en-US" sz="1100" dirty="0" err="1">
                <a:latin typeface="+mj-lt"/>
              </a:rPr>
              <a:t>Nulla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feugiat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turpis</a:t>
            </a:r>
            <a:r>
              <a:rPr lang="en-US" sz="1100" dirty="0">
                <a:latin typeface="+mj-lt"/>
              </a:rPr>
              <a:t> et </a:t>
            </a:r>
            <a:r>
              <a:rPr lang="en-US" sz="1100" dirty="0" err="1">
                <a:latin typeface="+mj-lt"/>
              </a:rPr>
              <a:t>posuere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viverra</a:t>
            </a:r>
            <a:r>
              <a:rPr lang="en-US" sz="1100" dirty="0">
                <a:latin typeface="+mj-lt"/>
              </a:rPr>
              <a:t>, ipsum </a:t>
            </a:r>
            <a:r>
              <a:rPr lang="en-US" sz="1100" dirty="0" err="1">
                <a:latin typeface="+mj-lt"/>
              </a:rPr>
              <a:t>sem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tincidunt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est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finibus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tempor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ante semper diam. </a:t>
            </a:r>
            <a:r>
              <a:rPr lang="en-US" sz="1100" dirty="0" err="1">
                <a:latin typeface="+mj-lt"/>
              </a:rPr>
              <a:t>Nullam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quis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neque</a:t>
            </a:r>
            <a:r>
              <a:rPr lang="en-US" sz="1100" dirty="0">
                <a:latin typeface="+mj-lt"/>
              </a:rPr>
              <a:t>, </a:t>
            </a:r>
            <a:r>
              <a:rPr lang="en-US" sz="1100" dirty="0" err="1">
                <a:latin typeface="+mj-lt"/>
              </a:rPr>
              <a:t>nec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sem. </a:t>
            </a:r>
            <a:r>
              <a:rPr lang="en-US" sz="1100" dirty="0" err="1">
                <a:latin typeface="+mj-lt"/>
              </a:rPr>
              <a:t>Morbi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egestas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iaculis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. In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tortor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elit</a:t>
            </a:r>
            <a:r>
              <a:rPr lang="en-US" sz="1100" dirty="0">
                <a:latin typeface="+mj-lt"/>
              </a:rPr>
              <a:t>, non </a:t>
            </a:r>
            <a:r>
              <a:rPr lang="en-US" sz="1100" dirty="0" err="1">
                <a:latin typeface="+mj-lt"/>
              </a:rPr>
              <a:t>euismod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eros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accumsan</a:t>
            </a:r>
            <a:r>
              <a:rPr lang="en-US" sz="1100" dirty="0">
                <a:latin typeface="+mj-lt"/>
              </a:rPr>
              <a:t> ac. </a:t>
            </a:r>
            <a:r>
              <a:rPr lang="en-US" sz="1100" dirty="0" err="1">
                <a:latin typeface="+mj-lt"/>
              </a:rPr>
              <a:t>Sed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ultrices</a:t>
            </a:r>
            <a:r>
              <a:rPr lang="en-US" sz="1100" dirty="0">
                <a:latin typeface="+mj-lt"/>
              </a:rPr>
              <a:t> mi lorem, </a:t>
            </a:r>
            <a:r>
              <a:rPr lang="en-US" sz="1100" dirty="0" err="1">
                <a:latin typeface="+mj-lt"/>
              </a:rPr>
              <a:t>ut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dignissim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nibh</a:t>
            </a:r>
            <a:r>
              <a:rPr lang="en-US" sz="1100" dirty="0">
                <a:latin typeface="+mj-lt"/>
              </a:rPr>
              <a:t> </a:t>
            </a:r>
            <a:r>
              <a:rPr lang="en-US" sz="1100" dirty="0" err="1">
                <a:latin typeface="+mj-lt"/>
              </a:rPr>
              <a:t>facilisis</a:t>
            </a:r>
            <a:r>
              <a:rPr lang="en-US" sz="1100" dirty="0">
                <a:latin typeface="+mj-lt"/>
              </a:rPr>
              <a:t> vel.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8541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on Color Canva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Please Add Slide Headline Here</a:t>
            </a:r>
          </a:p>
        </p:txBody>
      </p:sp>
      <p:sp>
        <p:nvSpPr>
          <p:cNvPr id="3" name="Content Placeholder 5"/>
          <p:cNvSpPr>
            <a:spLocks noGrp="1"/>
          </p:cNvSpPr>
          <p:nvPr>
            <p:ph sz="quarter" idx="10" hasCustomPrompt="1"/>
          </p:nvPr>
        </p:nvSpPr>
        <p:spPr>
          <a:xfrm>
            <a:off x="357189" y="1422400"/>
            <a:ext cx="3986211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7189" y="1079500"/>
            <a:ext cx="3986212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4800599" y="1422400"/>
            <a:ext cx="3993357" cy="305435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800599" y="1079500"/>
            <a:ext cx="3986214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OTHER Highlight goes here</a:t>
            </a: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40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Color Canvas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sz="quarter" idx="16" hasCustomPrompt="1"/>
          </p:nvPr>
        </p:nvSpPr>
        <p:spPr>
          <a:xfrm>
            <a:off x="1127175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5" name="Title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5735751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4" name="Title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431463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body" sz="quarter" idx="12" hasCustomPrompt="1"/>
          </p:nvPr>
        </p:nvSpPr>
        <p:spPr>
          <a:xfrm>
            <a:off x="1127175" y="799672"/>
            <a:ext cx="2304288" cy="438912"/>
          </a:xfrm>
          <a:solidFill>
            <a:schemeClr val="bg1"/>
          </a:solidFill>
          <a:ln>
            <a:solidFill>
              <a:schemeClr val="bg1"/>
            </a:solidFill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/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14"/>
          <p:cNvSpPr>
            <a:spLocks noGrp="1"/>
          </p:cNvSpPr>
          <p:nvPr>
            <p:ph sz="quarter" idx="17" hasCustomPrompt="1"/>
          </p:nvPr>
        </p:nvSpPr>
        <p:spPr>
          <a:xfrm>
            <a:off x="5735751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  <p:sp>
        <p:nvSpPr>
          <p:cNvPr id="17" name="Content Placeholder 14"/>
          <p:cNvSpPr>
            <a:spLocks noGrp="1"/>
          </p:cNvSpPr>
          <p:nvPr>
            <p:ph sz="quarter" idx="18" hasCustomPrompt="1"/>
          </p:nvPr>
        </p:nvSpPr>
        <p:spPr>
          <a:xfrm>
            <a:off x="3431463" y="1238584"/>
            <a:ext cx="2304288" cy="2903538"/>
          </a:xfrm>
          <a:ln>
            <a:solidFill>
              <a:schemeClr val="bg1"/>
            </a:solidFill>
          </a:ln>
        </p:spPr>
        <p:txBody>
          <a:bodyPr vert="horz" lIns="182880" tIns="274320" rIns="182880" bIns="274320" rtlCol="0">
            <a:normAutofit/>
          </a:bodyPr>
          <a:lstStyle>
            <a:lvl1pPr>
              <a:defRPr lang="en-US" sz="1000" dirty="0" smtClean="0">
                <a:solidFill>
                  <a:schemeClr val="bg1"/>
                </a:solidFill>
              </a:defRPr>
            </a:lvl1pPr>
            <a:lvl2pPr>
              <a:defRPr lang="en-US" sz="1000" dirty="0" smtClean="0">
                <a:solidFill>
                  <a:schemeClr val="bg1"/>
                </a:solidFill>
              </a:defRPr>
            </a:lvl2pPr>
            <a:lvl3pPr>
              <a:defRPr lang="en-US" sz="1000" dirty="0" smtClean="0">
                <a:solidFill>
                  <a:schemeClr val="bg1"/>
                </a:solidFill>
              </a:defRPr>
            </a:lvl3pPr>
            <a:lvl4pPr>
              <a:defRPr lang="en-US" sz="1000" dirty="0" smtClean="0">
                <a:solidFill>
                  <a:schemeClr val="bg1"/>
                </a:solidFill>
              </a:defRPr>
            </a:lvl4pPr>
            <a:lvl5pPr>
              <a:defRPr lang="en-US" sz="100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773717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- EPAM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1780953" y="2098360"/>
            <a:ext cx="5582093" cy="5873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latin typeface="+mj-lt"/>
              </a:defRPr>
            </a:lvl2pPr>
            <a:lvl3pPr marL="914400" indent="0">
              <a:buNone/>
              <a:defRPr sz="1600">
                <a:latin typeface="+mj-lt"/>
              </a:defRPr>
            </a:lvl3pPr>
            <a:lvl4pPr marL="1371600" indent="0">
              <a:buNone/>
              <a:defRPr sz="1600">
                <a:latin typeface="+mj-lt"/>
              </a:defRPr>
            </a:lvl4pPr>
            <a:lvl5pPr marL="1828800" indent="0">
              <a:buNone/>
              <a:defRPr sz="1600">
                <a:latin typeface="+mj-lt"/>
              </a:defRPr>
            </a:lvl5pPr>
          </a:lstStyle>
          <a:p>
            <a:pPr algn="ctr">
              <a:lnSpc>
                <a:spcPts val="2400"/>
              </a:lnSpc>
            </a:pP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Please add call out or quote here</a:t>
            </a:r>
            <a:br>
              <a:rPr lang="en-US" sz="1600" baseline="0" dirty="0">
                <a:solidFill>
                  <a:schemeClr val="bg1"/>
                </a:solidFill>
                <a:latin typeface="+mj-lt"/>
              </a:rPr>
            </a:b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consectetur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adipiscing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elit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Sed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nec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gravida,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dapibus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turpis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porttitor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tincidunt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nibh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Orci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varius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natoque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penatibus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et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magnis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dis parturient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montes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nascetur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ridiculus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mus.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eget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enim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mauris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Vivamus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sit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amet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congue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nunc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posuere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rutrum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Pellentesque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quis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justo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Phasellus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bibendum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vehicula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sem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id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ornare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. Nam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commodo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ac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purus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porta.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Proin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condimentum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lectus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leo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, in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lacinia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diam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1600" baseline="0" dirty="0" err="1">
                <a:solidFill>
                  <a:schemeClr val="bg1"/>
                </a:solidFill>
                <a:latin typeface="+mj-lt"/>
              </a:rPr>
              <a:t>placerat</a:t>
            </a:r>
            <a:r>
              <a:rPr lang="en-US" sz="1600" baseline="0" dirty="0">
                <a:solidFill>
                  <a:schemeClr val="bg1"/>
                </a:solidFill>
                <a:latin typeface="+mj-lt"/>
              </a:rPr>
              <a:t> convallis. </a:t>
            </a:r>
            <a:endParaRPr lang="en-US" sz="1600" b="1" spc="200" baseline="0" dirty="0">
              <a:solidFill>
                <a:schemeClr val="bg1"/>
              </a:solidFill>
              <a:latin typeface="+mj-lt"/>
              <a:ea typeface="Calibri" charset="0"/>
              <a:cs typeface="Calibri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>
            <a:off x="1" y="-122440"/>
            <a:ext cx="1548202" cy="118744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3049" r="42496"/>
          <a:stretch/>
        </p:blipFill>
        <p:spPr>
          <a:xfrm rot="10800000">
            <a:off x="7595798" y="3681859"/>
            <a:ext cx="1548202" cy="1187447"/>
          </a:xfrm>
          <a:prstGeom prst="rect">
            <a:avLst/>
          </a:prstGeom>
        </p:spPr>
      </p:pic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066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2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4314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Please Add Slide Headline Here</a:t>
            </a:r>
          </a:p>
        </p:txBody>
      </p:sp>
      <p:cxnSp>
        <p:nvCxnSpPr>
          <p:cNvPr id="4" name="Straight Connector 3"/>
          <p:cNvCxnSpPr/>
          <p:nvPr userDrawn="1"/>
        </p:nvCxnSpPr>
        <p:spPr>
          <a:xfrm>
            <a:off x="294409" y="716437"/>
            <a:ext cx="8555182" cy="0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040C60-A39E-8442-A520-BA092303AC98}"/>
              </a:ext>
            </a:extLst>
          </p:cNvPr>
          <p:cNvCxnSpPr/>
          <p:nvPr userDrawn="1"/>
        </p:nvCxnSpPr>
        <p:spPr>
          <a:xfrm flipV="1">
            <a:off x="5986464" y="703218"/>
            <a:ext cx="0" cy="4123421"/>
          </a:xfrm>
          <a:prstGeom prst="line">
            <a:avLst/>
          </a:prstGeom>
          <a:ln w="19050" cmpd="sng">
            <a:solidFill>
              <a:schemeClr val="bg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21FF28FE-B84E-5D44-B6A6-4B55087B12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711726"/>
            <a:ext cx="5986464" cy="408999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Please add picture here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Shape 920">
            <a:extLst>
              <a:ext uri="{FF2B5EF4-FFF2-40B4-BE49-F238E27FC236}">
                <a16:creationId xmlns:a16="http://schemas.microsoft.com/office/drawing/2014/main" id="{D1A5E50C-7A92-6F49-870C-2507B203D755}"/>
              </a:ext>
            </a:extLst>
          </p:cNvPr>
          <p:cNvSpPr/>
          <p:nvPr userDrawn="1"/>
        </p:nvSpPr>
        <p:spPr>
          <a:xfrm>
            <a:off x="5986464" y="711726"/>
            <a:ext cx="3157536" cy="518593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0" tIns="28575" rIns="0" bIns="28575" anchor="ctr">
            <a:noAutofit/>
          </a:bodyPr>
          <a:lstStyle/>
          <a:p>
            <a:pPr marR="23813" indent="23813" algn="ctr" defTabSz="309567">
              <a:lnSpc>
                <a:spcPct val="90000"/>
              </a:lnSpc>
              <a:defRPr sz="2800" cap="all">
                <a:solidFill>
                  <a:srgbClr val="FFFFFF"/>
                </a:solidFill>
                <a:latin typeface="Oswald DemiBold"/>
                <a:ea typeface="Oswald DemiBold"/>
                <a:cs typeface="Oswald DemiBold"/>
                <a:sym typeface="Oswald DemiBold"/>
              </a:defRPr>
            </a:pPr>
            <a:endParaRPr sz="1200" b="1" kern="0" cap="all" spc="100" dirty="0">
              <a:solidFill>
                <a:srgbClr val="FFFFFF"/>
              </a:solidFill>
              <a:latin typeface="Calibri" charset="0"/>
              <a:ea typeface="Calibri" charset="0"/>
              <a:cs typeface="Calibri" charset="0"/>
              <a:sym typeface="Oswald DemiBold"/>
            </a:endParaRP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86B7237-6AD3-844E-9A6E-C3E0C1013AD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86462" y="769496"/>
            <a:ext cx="3157537" cy="438912"/>
          </a:xfrm>
          <a:noFill/>
          <a:ln>
            <a:noFill/>
          </a:ln>
        </p:spPr>
        <p:txBody>
          <a:bodyPr wrap="none" lIns="91440" tIns="0" rIns="91440" bIns="0" anchor="ctr">
            <a:noAutofit/>
          </a:bodyPr>
          <a:lstStyle>
            <a:lvl1pPr marL="0" indent="0" algn="ctr">
              <a:buNone/>
              <a:defRPr sz="1200" b="1" i="0" cap="all" spc="200" baseline="0">
                <a:solidFill>
                  <a:schemeClr val="bg1"/>
                </a:solidFill>
              </a:defRPr>
            </a:lvl1pPr>
            <a:lvl2pPr marL="457200" indent="0">
              <a:buNone/>
              <a:defRPr b="1" i="0" cap="all" spc="200" baseline="0"/>
            </a:lvl2pPr>
            <a:lvl3pPr marL="914400" indent="0">
              <a:buNone/>
              <a:defRPr b="1" i="0" cap="all" spc="200" baseline="0"/>
            </a:lvl3pPr>
            <a:lvl4pPr marL="1371600" indent="0">
              <a:buNone/>
              <a:defRPr b="1" i="0" cap="all" spc="200" baseline="0"/>
            </a:lvl4pPr>
            <a:lvl5pPr marL="1828800" indent="0">
              <a:buFont typeface="Arial" panose="020B0604020202020204" pitchFamily="34" charset="0"/>
              <a:buNone/>
              <a:defRPr b="1" i="0" cap="all" spc="200" baseline="0"/>
            </a:lvl5pPr>
          </a:lstStyle>
          <a:p>
            <a:pPr lvl="0"/>
            <a:r>
              <a:rPr lang="en-US" dirty="0"/>
              <a:t>ADD TITILE HERE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94328E10-B013-0A4C-A50C-6D1D6CFD70B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93213" y="1772289"/>
            <a:ext cx="2656378" cy="3054350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None/>
              <a:tabLst/>
              <a:defRPr sz="900">
                <a:latin typeface="+mj-lt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</a:p>
          <a:p>
            <a:pPr lvl="0"/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  <a:p>
            <a:pPr marL="171450" marR="0" lvl="0" indent="-171450" algn="l" defTabSz="914400" rtl="0" eaLnBrk="1" fontAlgn="auto" latinLnBrk="0" hangingPunct="1">
              <a:lnSpc>
                <a:spcPts val="1480"/>
              </a:lnSpc>
              <a:spcBef>
                <a:spcPts val="264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BD56F5B-8455-0345-910E-53CDD8476F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93213" y="1429389"/>
            <a:ext cx="2656378" cy="342900"/>
          </a:xfrm>
        </p:spPr>
        <p:txBody>
          <a:bodyPr wrap="none" bIns="0">
            <a:noAutofit/>
          </a:bodyPr>
          <a:lstStyle>
            <a:lvl1pPr marL="0" indent="0">
              <a:spcBef>
                <a:spcPts val="288"/>
              </a:spcBef>
              <a:buNone/>
              <a:defRPr sz="1200" b="1" i="0" cap="all" spc="2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Highlight goes here</a:t>
            </a:r>
          </a:p>
        </p:txBody>
      </p:sp>
    </p:spTree>
    <p:extLst>
      <p:ext uri="{BB962C8B-B14F-4D97-AF65-F5344CB8AC3E}">
        <p14:creationId xmlns:p14="http://schemas.microsoft.com/office/powerpoint/2010/main" val="1511893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327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idx="1" hasCustomPrompt="1"/>
          </p:nvPr>
        </p:nvSpPr>
        <p:spPr>
          <a:xfrm>
            <a:off x="360363" y="1332311"/>
            <a:ext cx="8329612" cy="3147325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130302" marR="0" indent="-130302" algn="l" defTabSz="3429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7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 sz="1400" baseline="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lvl="0"/>
            <a:r>
              <a:rPr lang="en-US" dirty="0"/>
              <a:t>Click to add bulleted list</a:t>
            </a:r>
          </a:p>
          <a:p>
            <a:pPr marL="130302" marR="0" lvl="0" indent="-130302" algn="l" defTabSz="3429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1050"/>
              </a:spcAft>
              <a:buClr>
                <a:schemeClr val="accent2"/>
              </a:buClr>
              <a:buSzTx/>
              <a:buFont typeface="Arial"/>
              <a:buChar char="•"/>
              <a:tabLst/>
              <a:defRPr/>
            </a:pPr>
            <a:r>
              <a:rPr lang="en-US" dirty="0"/>
              <a:t>Click to add bulleted list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0"/>
            <a:ext cx="9144000" cy="6995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0005" dist="25400" dir="5400000" algn="t" rotWithShape="0">
              <a:prstClr val="black">
                <a:alpha val="30000"/>
              </a:prstClr>
            </a:outerShdw>
          </a:effectLst>
        </p:spPr>
        <p:txBody>
          <a:bodyPr lIns="274320" tIns="34290" rIns="68580" bIns="34290" anchor="ctr" anchorCtr="0">
            <a:normAutofit/>
          </a:bodyPr>
          <a:lstStyle>
            <a:lvl1pPr marL="0" indent="0">
              <a:buNone/>
              <a:defRPr sz="2000" baseline="0"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18148" y="987552"/>
            <a:ext cx="1480576" cy="2646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lIns="68580" tIns="54864" rIns="68580" bIns="54864" anchor="ctr" anchorCtr="0">
            <a:spAutoFit/>
          </a:bodyPr>
          <a:lstStyle>
            <a:lvl1pPr marL="0" indent="0" algn="l"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 Black"/>
                <a:cs typeface="Arial Black"/>
              </a:defRPr>
            </a:lvl1pPr>
          </a:lstStyle>
          <a:p>
            <a:pPr lvl="0"/>
            <a:r>
              <a:rPr lang="en-US" dirty="0"/>
              <a:t>TITLE TO GO HERE</a:t>
            </a:r>
          </a:p>
        </p:txBody>
      </p:sp>
    </p:spTree>
    <p:extLst>
      <p:ext uri="{BB962C8B-B14F-4D97-AF65-F5344CB8AC3E}">
        <p14:creationId xmlns:p14="http://schemas.microsoft.com/office/powerpoint/2010/main" val="160324650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EPAM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>
                <a:latin typeface="+mn-lt"/>
              </a:defRPr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8608758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Bright Blu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30461953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Lime Gree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16252515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- Cor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780954" y="1803228"/>
            <a:ext cx="5582093" cy="1220182"/>
          </a:xfrm>
          <a:ln w="6350">
            <a:solidFill>
              <a:schemeClr val="bg1"/>
            </a:solidFill>
          </a:ln>
        </p:spPr>
        <p:txBody>
          <a:bodyPr/>
          <a:lstStyle>
            <a:lvl1pPr algn="ctr">
              <a:lnSpc>
                <a:spcPct val="100000"/>
              </a:lnSpc>
              <a:spcBef>
                <a:spcPts val="380"/>
              </a:spcBef>
              <a:spcAft>
                <a:spcPts val="300"/>
              </a:spcAft>
              <a:defRPr sz="1600" b="1" spc="200" baseline="0"/>
            </a:lvl1pPr>
          </a:lstStyle>
          <a:p>
            <a:r>
              <a:rPr lang="en-US" dirty="0"/>
              <a:t>Please add BREAKER SLIDE TITLE HERE</a:t>
            </a:r>
            <a:br>
              <a:rPr lang="en-US" dirty="0"/>
            </a:br>
            <a:r>
              <a:rPr lang="en-US" dirty="0"/>
              <a:t>Please add SECOND LINE OF TITLE HERE</a:t>
            </a:r>
          </a:p>
        </p:txBody>
      </p:sp>
    </p:spTree>
    <p:extLst>
      <p:ext uri="{BB962C8B-B14F-4D97-AF65-F5344CB8AC3E}">
        <p14:creationId xmlns:p14="http://schemas.microsoft.com/office/powerpoint/2010/main" val="216545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3.xml"/><Relationship Id="rId19" Type="http://schemas.openxmlformats.org/officeDocument/2006/relationships/image" Target="../media/image5.emf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5.e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31466" y="1412416"/>
            <a:ext cx="4315968" cy="14219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 here</a:t>
            </a:r>
          </a:p>
        </p:txBody>
      </p:sp>
      <p:sp>
        <p:nvSpPr>
          <p:cNvPr id="4" name="Date Placeholder 3"/>
          <p:cNvSpPr>
            <a:spLocks noGrp="1"/>
          </p:cNvSpPr>
          <p:nvPr userDrawn="1">
            <p:ph type="dt" sz="half" idx="2"/>
          </p:nvPr>
        </p:nvSpPr>
        <p:spPr>
          <a:xfrm>
            <a:off x="625596" y="3843769"/>
            <a:ext cx="1945326" cy="399456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182880" tIns="91440" rIns="182880" bIns="0" rtlCol="0" anchor="ctr" anchorCtr="0"/>
          <a:lstStyle>
            <a:lvl1pPr algn="l">
              <a:defRPr sz="1200" b="1" cap="all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30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0" r:id="rId2"/>
    <p:sldLayoutId id="2147483696" r:id="rId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800" kern="12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1600" b="1" kern="1200" baseline="0">
          <a:solidFill>
            <a:schemeClr val="bg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36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rgbClr val="133C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4" y="1079500"/>
            <a:ext cx="8426449" cy="3397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Etiam</a:t>
            </a:r>
            <a:r>
              <a:rPr lang="en-US" dirty="0"/>
              <a:t> </a:t>
            </a:r>
            <a:r>
              <a:rPr lang="en-US" dirty="0" err="1"/>
              <a:t>lacinia</a:t>
            </a:r>
            <a:r>
              <a:rPr lang="en-US" dirty="0"/>
              <a:t>,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, lacus lorem </a:t>
            </a:r>
            <a:r>
              <a:rPr lang="en-US" dirty="0" err="1"/>
              <a:t>placerat</a:t>
            </a:r>
            <a:r>
              <a:rPr lang="en-US" dirty="0"/>
              <a:t> libero,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vulputate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est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et </a:t>
            </a:r>
            <a:r>
              <a:rPr lang="en-US" dirty="0" err="1"/>
              <a:t>turpis</a:t>
            </a:r>
            <a:r>
              <a:rPr lang="en-US" dirty="0"/>
              <a:t>. </a:t>
            </a: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facilisis</a:t>
            </a:r>
            <a:r>
              <a:rPr lang="en-US" dirty="0"/>
              <a:t>. Nunc lacus </a:t>
            </a:r>
            <a:r>
              <a:rPr lang="en-US" dirty="0" err="1"/>
              <a:t>mauris</a:t>
            </a:r>
            <a:r>
              <a:rPr lang="en-US" dirty="0"/>
              <a:t>, </a:t>
            </a:r>
            <a:r>
              <a:rPr lang="en-US" dirty="0" err="1"/>
              <a:t>sagittis</a:t>
            </a:r>
            <a:r>
              <a:rPr lang="en-US" dirty="0"/>
              <a:t> in </a:t>
            </a:r>
            <a:r>
              <a:rPr lang="en-US" dirty="0" err="1"/>
              <a:t>tortor</a:t>
            </a:r>
            <a:r>
              <a:rPr lang="en-US" dirty="0"/>
              <a:t> a,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 err="1"/>
              <a:t>Nullam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auctor</a:t>
            </a:r>
            <a:r>
              <a:rPr lang="en-US" dirty="0"/>
              <a:t> ligula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non,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nunc</a:t>
            </a:r>
            <a:r>
              <a:rPr lang="en-US" dirty="0"/>
              <a:t> vitae </a:t>
            </a:r>
            <a:r>
              <a:rPr lang="en-US" dirty="0" err="1"/>
              <a:t>commodo</a:t>
            </a:r>
            <a:r>
              <a:rPr lang="en-US" dirty="0"/>
              <a:t>. </a:t>
            </a:r>
            <a:r>
              <a:rPr lang="en-US" dirty="0" err="1"/>
              <a:t>Vestibulum</a:t>
            </a:r>
            <a:r>
              <a:rPr lang="en-US" dirty="0"/>
              <a:t> </a:t>
            </a:r>
            <a:r>
              <a:rPr lang="en-US" dirty="0" err="1"/>
              <a:t>pulvinar</a:t>
            </a:r>
            <a:r>
              <a:rPr lang="en-US" dirty="0"/>
              <a:t> nisi at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placerat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semper, </a:t>
            </a:r>
            <a:r>
              <a:rPr lang="en-US" dirty="0" err="1"/>
              <a:t>tincidunt</a:t>
            </a:r>
            <a:r>
              <a:rPr lang="en-US" dirty="0"/>
              <a:t> dolor a,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ipsum dolor,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at nisi et, </a:t>
            </a:r>
            <a:r>
              <a:rPr lang="en-US" dirty="0" err="1"/>
              <a:t>varius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fermentum</a:t>
            </a:r>
            <a:r>
              <a:rPr lang="en-US" dirty="0"/>
              <a:t> </a:t>
            </a:r>
            <a:r>
              <a:rPr lang="en-US" dirty="0" err="1"/>
              <a:t>bibendum</a:t>
            </a:r>
            <a:r>
              <a:rPr lang="en-US" dirty="0"/>
              <a:t> </a:t>
            </a:r>
            <a:r>
              <a:rPr lang="en-US" dirty="0" err="1"/>
              <a:t>varius</a:t>
            </a:r>
            <a:r>
              <a:rPr lang="en-US" dirty="0"/>
              <a:t>. </a:t>
            </a:r>
            <a:r>
              <a:rPr lang="en-US" dirty="0" err="1"/>
              <a:t>Pellentesque</a:t>
            </a:r>
            <a:r>
              <a:rPr lang="en-US" dirty="0"/>
              <a:t> habitant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senectus</a:t>
            </a:r>
            <a:r>
              <a:rPr lang="en-US" dirty="0"/>
              <a:t> et </a:t>
            </a:r>
            <a:r>
              <a:rPr lang="en-US" dirty="0" err="1"/>
              <a:t>netus</a:t>
            </a:r>
            <a:r>
              <a:rPr lang="en-US" dirty="0"/>
              <a:t> et </a:t>
            </a:r>
            <a:r>
              <a:rPr lang="en-US" dirty="0" err="1"/>
              <a:t>malesuada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fames ac </a:t>
            </a:r>
            <a:r>
              <a:rPr lang="en-US" dirty="0" err="1"/>
              <a:t>turpis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Second</a:t>
            </a:r>
          </a:p>
          <a:p>
            <a:pPr lvl="2"/>
            <a:r>
              <a:rPr lang="en-US" dirty="0"/>
              <a:t>third</a:t>
            </a:r>
          </a:p>
          <a:p>
            <a:pPr lvl="3"/>
            <a:r>
              <a:rPr lang="en-US" dirty="0"/>
              <a:t>fourth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4" name="Title Placeholder 3"/>
          <p:cNvSpPr>
            <a:spLocks noGrp="1"/>
          </p:cNvSpPr>
          <p:nvPr>
            <p:ph type="title"/>
          </p:nvPr>
        </p:nvSpPr>
        <p:spPr>
          <a:xfrm>
            <a:off x="360364" y="228600"/>
            <a:ext cx="8426449" cy="301752"/>
          </a:xfrm>
          <a:prstGeom prst="rect">
            <a:avLst/>
          </a:prstGeom>
        </p:spPr>
        <p:txBody>
          <a:bodyPr vert="horz" wrap="none" lIns="0" tIns="45720" rIns="0" bIns="45720" rtlCol="0" anchor="ctr">
            <a:noAutofit/>
          </a:bodyPr>
          <a:lstStyle/>
          <a:p>
            <a:r>
              <a:rPr lang="en-US" dirty="0"/>
              <a:t>Please Add Slide Headline Here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413441" y="4826639"/>
            <a:ext cx="1373372" cy="316862"/>
          </a:xfrm>
          <a:prstGeom prst="rect">
            <a:avLst/>
          </a:prstGeom>
        </p:spPr>
        <p:txBody>
          <a:bodyPr vert="horz" wrap="none" lIns="91440" tIns="45720" rIns="0" bIns="82296" rtlCol="0" anchor="ctr"/>
          <a:lstStyle>
            <a:lvl1pPr algn="r">
              <a:defRPr sz="800" b="1" i="0">
                <a:solidFill>
                  <a:srgbClr val="FEFEFE"/>
                </a:solidFill>
                <a:latin typeface="+mj-lt"/>
              </a:defRPr>
            </a:lvl1pPr>
          </a:lstStyle>
          <a:p>
            <a:fld id="{3A707DD9-E92B-45E8-BE0A-E6B2EDF345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8E00D-81AB-8847-9E12-0981E03F6A7D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77352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3" r:id="rId2"/>
    <p:sldLayoutId id="2147483681" r:id="rId3"/>
    <p:sldLayoutId id="2147483682" r:id="rId4"/>
    <p:sldLayoutId id="2147483685" r:id="rId5"/>
    <p:sldLayoutId id="2147483686" r:id="rId6"/>
    <p:sldLayoutId id="2147483687" r:id="rId7"/>
    <p:sldLayoutId id="2147483692" r:id="rId8"/>
    <p:sldLayoutId id="2147483688" r:id="rId9"/>
    <p:sldLayoutId id="2147483689" r:id="rId10"/>
    <p:sldLayoutId id="2147483684" r:id="rId11"/>
    <p:sldLayoutId id="2147483695" r:id="rId12"/>
    <p:sldLayoutId id="2147483694" r:id="rId13"/>
    <p:sldLayoutId id="2147483690" r:id="rId14"/>
    <p:sldLayoutId id="2147483697" r:id="rId15"/>
    <p:sldLayoutId id="2147483691" r:id="rId16"/>
    <p:sldLayoutId id="2147483698" r:id="rId17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000" kern="1200" cap="none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ts val="1600"/>
        </a:lnSpc>
        <a:spcBef>
          <a:spcPts val="264"/>
        </a:spcBef>
        <a:spcAft>
          <a:spcPts val="30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6286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1714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orient="horz" pos="338" userDrawn="1">
          <p15:clr>
            <a:srgbClr val="F26B43"/>
          </p15:clr>
        </p15:guide>
        <p15:guide id="3" orient="horz" pos="680" userDrawn="1">
          <p15:clr>
            <a:srgbClr val="F26B43"/>
          </p15:clr>
        </p15:guide>
        <p15:guide id="4" orient="horz" pos="2820" userDrawn="1">
          <p15:clr>
            <a:srgbClr val="F26B43"/>
          </p15:clr>
        </p15:guide>
        <p15:guide id="5" pos="226" userDrawn="1">
          <p15:clr>
            <a:srgbClr val="F26B43"/>
          </p15:clr>
        </p15:guide>
        <p15:guide id="6" pos="5535" userDrawn="1">
          <p15:clr>
            <a:srgbClr val="F26B43"/>
          </p15:clr>
        </p15:guide>
        <p15:guide id="7" orient="horz" pos="896" userDrawn="1">
          <p15:clr>
            <a:srgbClr val="F26B43"/>
          </p15:clr>
        </p15:guide>
        <p15:guide id="8" pos="2736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orient="horz" pos="3036" userDrawn="1">
          <p15:clr>
            <a:srgbClr val="F26B43"/>
          </p15:clr>
        </p15:guide>
        <p15:guide id="11" orient="horz" pos="3084" userDrawn="1">
          <p15:clr>
            <a:srgbClr val="F26B43"/>
          </p15:clr>
        </p15:guide>
        <p15:guide id="12" orient="horz" pos="31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80954" y="1803228"/>
            <a:ext cx="5582093" cy="122018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ctr"/>
            <a:endParaRPr lang="en-US" sz="4400" b="1" spc="200" dirty="0">
              <a:solidFill>
                <a:schemeClr val="bg1"/>
              </a:solidFill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4826639"/>
            <a:ext cx="9144000" cy="316862"/>
          </a:xfrm>
          <a:prstGeom prst="rect">
            <a:avLst/>
          </a:prstGeom>
          <a:solidFill>
            <a:schemeClr val="accent1">
              <a:lumMod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364" y="4911973"/>
            <a:ext cx="470910" cy="1669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332217A-8F11-8743-849F-F8E866BEB919}"/>
              </a:ext>
            </a:extLst>
          </p:cNvPr>
          <p:cNvSpPr txBox="1"/>
          <p:nvPr userDrawn="1"/>
        </p:nvSpPr>
        <p:spPr>
          <a:xfrm>
            <a:off x="943583" y="4877348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48617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orbert_guta@epam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1466" y="1761860"/>
            <a:ext cx="4315968" cy="738293"/>
          </a:xfrm>
        </p:spPr>
        <p:txBody>
          <a:bodyPr/>
          <a:lstStyle/>
          <a:p>
            <a:r>
              <a:rPr lang="en-US" dirty="0"/>
              <a:t>Spring MVC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531466" y="3381640"/>
            <a:ext cx="4315968" cy="313932"/>
          </a:xfrm>
        </p:spPr>
        <p:txBody>
          <a:bodyPr/>
          <a:lstStyle/>
          <a:p>
            <a:r>
              <a:rPr lang="hu-HU" dirty="0"/>
              <a:t>Norbert Guta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AD212A-E369-CB46-BE9C-0744152A0BAF}"/>
              </a:ext>
            </a:extLst>
          </p:cNvPr>
          <p:cNvSpPr txBox="1"/>
          <p:nvPr/>
        </p:nvSpPr>
        <p:spPr>
          <a:xfrm>
            <a:off x="433143" y="4867516"/>
            <a:ext cx="242218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chemeClr val="bg1"/>
                </a:solidFill>
                <a:latin typeface="+mj-lt"/>
              </a:rPr>
              <a:t>CONFIDENTIAL  |  </a:t>
            </a:r>
            <a:r>
              <a:rPr lang="en-US" sz="700" b="0" i="0" u="none" strike="noStrike" kern="120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© 2020 EPAM Systems, Inc.</a:t>
            </a:r>
            <a:endParaRPr lang="en-US" sz="7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3319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hu-HU" dirty="0"/>
              <a:t>Current </a:t>
            </a:r>
            <a:r>
              <a:rPr lang="en-US" dirty="0"/>
              <a:t>Project Role</a:t>
            </a:r>
            <a:r>
              <a:rPr lang="hu-HU" dirty="0"/>
              <a:t>: </a:t>
            </a:r>
            <a:r>
              <a:rPr lang="hu-HU" dirty="0" err="1"/>
              <a:t>Developer</a:t>
            </a:r>
            <a:endParaRPr lang="hu-HU" dirty="0"/>
          </a:p>
          <a:p>
            <a:r>
              <a:rPr lang="hu-HU" dirty="0"/>
              <a:t>Primary Skill: Java Backend Development</a:t>
            </a:r>
          </a:p>
          <a:p>
            <a:pPr lvl="1"/>
            <a:r>
              <a:rPr lang="en-US" dirty="0"/>
              <a:t>Mostly working with Spring-based (micro)services and CLI components </a:t>
            </a:r>
            <a:endParaRPr lang="hu-HU" dirty="0"/>
          </a:p>
          <a:p>
            <a:pPr lvl="1"/>
            <a:r>
              <a:rPr lang="hu-HU" dirty="0"/>
              <a:t>REST and SOAP API-s</a:t>
            </a:r>
          </a:p>
          <a:p>
            <a:pPr lvl="1"/>
            <a:r>
              <a:rPr lang="hu-HU" dirty="0" err="1"/>
              <a:t>Working</a:t>
            </a:r>
            <a:r>
              <a:rPr lang="hu-HU" dirty="0"/>
              <a:t> </a:t>
            </a:r>
            <a:r>
              <a:rPr lang="hu-HU" dirty="0" err="1"/>
              <a:t>with</a:t>
            </a:r>
            <a:r>
              <a:rPr lang="hu-HU" dirty="0"/>
              <a:t> </a:t>
            </a:r>
            <a:r>
              <a:rPr lang="hu-HU" dirty="0" err="1"/>
              <a:t>Semantic</a:t>
            </a:r>
            <a:r>
              <a:rPr lang="hu-HU" dirty="0"/>
              <a:t> Web (RDF, SKOS) and XML </a:t>
            </a:r>
            <a:r>
              <a:rPr lang="hu-HU" dirty="0" err="1"/>
              <a:t>related</a:t>
            </a:r>
            <a:r>
              <a:rPr lang="hu-HU" dirty="0"/>
              <a:t> </a:t>
            </a:r>
            <a:r>
              <a:rPr lang="hu-HU" dirty="0" err="1"/>
              <a:t>technologies</a:t>
            </a:r>
            <a:endParaRPr lang="hu-HU" dirty="0"/>
          </a:p>
          <a:p>
            <a:r>
              <a:rPr lang="hu-HU" dirty="0"/>
              <a:t>Contact</a:t>
            </a:r>
          </a:p>
          <a:p>
            <a:pPr lvl="1"/>
            <a:r>
              <a:rPr lang="hu-HU" dirty="0">
                <a:hlinkClick r:id="rId3"/>
              </a:rPr>
              <a:t>norbert_guta@epam.com</a:t>
            </a:r>
            <a:endParaRPr lang="hu-H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Norbert Guta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EC5A070-E99C-6143-B73A-CC95BE86F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Software Engineer at EPAM</a:t>
            </a:r>
            <a:endParaRPr lang="en-US" dirty="0"/>
          </a:p>
        </p:txBody>
      </p:sp>
      <p:pic>
        <p:nvPicPr>
          <p:cNvPr id="9" name="Picture Placeholder 8" descr="A person with a beard&#10;&#10;Description automatically generated with medium confidence">
            <a:extLst>
              <a:ext uri="{FF2B5EF4-FFF2-40B4-BE49-F238E27FC236}">
                <a16:creationId xmlns:a16="http://schemas.microsoft.com/office/drawing/2014/main" id="{D0142179-CE0D-3648-93A3-1F65A84127B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90" b="10390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01034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Agenda</a:t>
            </a:r>
            <a:endParaRPr lang="en-US" dirty="0"/>
          </a:p>
        </p:txBody>
      </p:sp>
      <p:pic>
        <p:nvPicPr>
          <p:cNvPr id="7" name="Picture Placeholder 6" descr="A person using a computer&#10;&#10;Description automatically generated">
            <a:extLst>
              <a:ext uri="{FF2B5EF4-FFF2-40B4-BE49-F238E27FC236}">
                <a16:creationId xmlns:a16="http://schemas.microsoft.com/office/drawing/2014/main" id="{C335CE7A-98B6-4D9A-9C0D-C196EBC0CFEE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53" r="20353"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hu-HU" dirty="0"/>
              <a:t>1</a:t>
            </a:r>
            <a:endParaRPr 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</a:rPr>
              <a:t>Standalone Server vs. Embedded Servlets</a:t>
            </a:r>
            <a:endParaRPr lang="en-US" dirty="0"/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hu-HU" dirty="0"/>
              <a:t>2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hu-HU" dirty="0"/>
              <a:t>3</a:t>
            </a:r>
            <a:endParaRPr lang="en-US" dirty="0"/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</a:rPr>
              <a:t>MVC </a:t>
            </a:r>
            <a:r>
              <a:rPr lang="hu-HU" dirty="0" err="1"/>
              <a:t>Architectural</a:t>
            </a:r>
            <a:r>
              <a:rPr lang="hu-HU" dirty="0"/>
              <a:t> </a:t>
            </a:r>
            <a:r>
              <a:rPr lang="en-US" dirty="0">
                <a:solidFill>
                  <a:srgbClr val="444444"/>
                </a:solidFill>
              </a:rPr>
              <a:t>Pattern</a:t>
            </a:r>
            <a:endParaRPr lang="en-US" dirty="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hu-HU" dirty="0"/>
              <a:t>Spring MVC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1C89A-3E1B-FF47-B76F-3E8ED7756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2119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Standalone</a:t>
            </a:r>
            <a:r>
              <a:rPr lang="hu-HU" dirty="0"/>
              <a:t> Server vs. </a:t>
            </a:r>
            <a:r>
              <a:rPr lang="hu-HU" dirty="0" err="1"/>
              <a:t>embedded</a:t>
            </a:r>
            <a:r>
              <a:rPr lang="hu-HU" dirty="0"/>
              <a:t> </a:t>
            </a:r>
            <a:r>
              <a:rPr lang="hu-HU" dirty="0" err="1"/>
              <a:t>servlets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45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Standalone</a:t>
            </a:r>
            <a:r>
              <a:rPr lang="hu-HU" dirty="0"/>
              <a:t> Server vs. </a:t>
            </a:r>
            <a:r>
              <a:rPr lang="hu-HU" dirty="0" err="1"/>
              <a:t>Embedded</a:t>
            </a:r>
            <a:r>
              <a:rPr lang="hu-HU" dirty="0"/>
              <a:t> </a:t>
            </a:r>
            <a:r>
              <a:rPr lang="hu-HU" dirty="0" err="1"/>
              <a:t>Servlets</a:t>
            </a:r>
            <a:r>
              <a:rPr lang="hu-HU" dirty="0"/>
              <a:t> - </a:t>
            </a:r>
            <a:r>
              <a:rPr lang="hu-HU" dirty="0" err="1"/>
              <a:t>Client</a:t>
            </a:r>
            <a:r>
              <a:rPr lang="hu-HU" dirty="0"/>
              <a:t>-Server Architecture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95E08B-236F-5B4F-801C-4C75369E0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028" name="Picture 4" descr="Client–server model - Wikipedia">
            <a:extLst>
              <a:ext uri="{FF2B5EF4-FFF2-40B4-BE49-F238E27FC236}">
                <a16:creationId xmlns:a16="http://schemas.microsoft.com/office/drawing/2014/main" id="{7EEDE399-D643-44ED-A879-FED89A9F5F10}"/>
              </a:ext>
            </a:extLst>
          </p:cNvPr>
          <p:cNvPicPr>
            <a:picLocks noGrp="1" noChangeAspect="1" noChangeArrowheads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6709" y="1422400"/>
            <a:ext cx="5090583" cy="305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799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Standalone</a:t>
            </a:r>
            <a:r>
              <a:rPr lang="hu-HU" dirty="0"/>
              <a:t> Server vs. </a:t>
            </a:r>
            <a:r>
              <a:rPr lang="hu-HU" dirty="0" err="1"/>
              <a:t>Embedded</a:t>
            </a:r>
            <a:r>
              <a:rPr lang="hu-HU" dirty="0"/>
              <a:t> </a:t>
            </a:r>
            <a:r>
              <a:rPr lang="hu-HU" dirty="0" err="1"/>
              <a:t>Servlets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2" cy="1392800"/>
          </a:xfrm>
        </p:spPr>
        <p:txBody>
          <a:bodyPr/>
          <a:lstStyle/>
          <a:p>
            <a:r>
              <a:rPr lang="hu-HU" dirty="0" err="1"/>
              <a:t>Isolation</a:t>
            </a:r>
            <a:endParaRPr lang="hu-HU" dirty="0"/>
          </a:p>
          <a:p>
            <a:r>
              <a:rPr lang="hu-HU" dirty="0" err="1"/>
              <a:t>Easy</a:t>
            </a:r>
            <a:r>
              <a:rPr lang="hu-HU" dirty="0"/>
              <a:t> </a:t>
            </a:r>
            <a:r>
              <a:rPr lang="hu-HU" dirty="0" err="1"/>
              <a:t>to</a:t>
            </a:r>
            <a:r>
              <a:rPr lang="hu-HU" dirty="0"/>
              <a:t> </a:t>
            </a:r>
            <a:r>
              <a:rPr lang="hu-HU" dirty="0" err="1"/>
              <a:t>setup</a:t>
            </a:r>
            <a:r>
              <a:rPr lang="hu-HU" dirty="0"/>
              <a:t>, </a:t>
            </a:r>
            <a:r>
              <a:rPr lang="hu-HU" dirty="0" err="1"/>
              <a:t>configure</a:t>
            </a:r>
            <a:endParaRPr lang="hu-HU" dirty="0"/>
          </a:p>
          <a:p>
            <a:r>
              <a:rPr lang="hu-HU" dirty="0" err="1"/>
              <a:t>Direct</a:t>
            </a:r>
            <a:r>
              <a:rPr lang="hu-HU" dirty="0"/>
              <a:t> Access</a:t>
            </a:r>
          </a:p>
          <a:p>
            <a:r>
              <a:rPr lang="en-US" dirty="0"/>
              <a:t>Scalable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8332EB7-D77C-0447-A2CE-5EA5F0BA1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1" y="530352"/>
            <a:ext cx="4726186" cy="41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133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</a:t>
            </a:r>
            <a:r>
              <a:rPr lang="hu-HU" dirty="0" err="1"/>
              <a:t>Architectural</a:t>
            </a:r>
            <a:r>
              <a:rPr lang="en-US" dirty="0"/>
              <a:t> Pattern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8864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MVC </a:t>
            </a:r>
            <a:r>
              <a:rPr lang="hu-HU" dirty="0" err="1"/>
              <a:t>Architectural</a:t>
            </a:r>
            <a:r>
              <a:rPr lang="hu-HU" dirty="0"/>
              <a:t> </a:t>
            </a:r>
            <a:r>
              <a:rPr lang="hu-HU" dirty="0" err="1"/>
              <a:t>Pattern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357189" y="1422400"/>
            <a:ext cx="3986212" cy="1392800"/>
          </a:xfrm>
        </p:spPr>
        <p:txBody>
          <a:bodyPr/>
          <a:lstStyle/>
          <a:p>
            <a:r>
              <a:rPr lang="hu-HU" dirty="0" err="1"/>
              <a:t>Model</a:t>
            </a:r>
            <a:endParaRPr lang="hu-HU" dirty="0"/>
          </a:p>
          <a:p>
            <a:r>
              <a:rPr lang="hu-HU" dirty="0" err="1"/>
              <a:t>View</a:t>
            </a:r>
            <a:endParaRPr lang="hu-HU" dirty="0"/>
          </a:p>
          <a:p>
            <a:r>
              <a:rPr lang="en-US" dirty="0"/>
              <a:t>Controller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00160-BC63-054B-87DD-D877764D4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707DD9-E92B-45E8-BE0A-E6B2EDF345EB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90A2F90-C3C5-0B43-A2C5-C91E395479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1" y="330008"/>
            <a:ext cx="3965470" cy="4359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7177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Spring MVC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34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An MVC framework that support</a:t>
            </a:r>
            <a:r>
              <a:rPr lang="hu-HU" sz="1800" dirty="0">
                <a:solidFill>
                  <a:srgbClr val="444444"/>
                </a:solidFill>
              </a:rPr>
              <a:t>s</a:t>
            </a:r>
            <a:r>
              <a:rPr lang="en-US" sz="1800" dirty="0">
                <a:solidFill>
                  <a:srgbClr val="444444"/>
                </a:solidFill>
              </a:rPr>
              <a:t> development of MVC pattern based web applications.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Request driven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Makes it possible to implement cleaner frontend code.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Fully integrated with the Spring IoC container.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Allows using all features that Spring provides.</a:t>
            </a:r>
          </a:p>
          <a:p>
            <a:pPr marL="0" indent="0">
              <a:lnSpc>
                <a:spcPct val="130000"/>
              </a:lnSpc>
              <a:buClr>
                <a:srgbClr val="2FC2D9"/>
              </a:buClr>
              <a:buNone/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What is Spring MVC?</a:t>
            </a:r>
          </a:p>
        </p:txBody>
      </p:sp>
    </p:spTree>
    <p:extLst>
      <p:ext uri="{BB962C8B-B14F-4D97-AF65-F5344CB8AC3E}">
        <p14:creationId xmlns:p14="http://schemas.microsoft.com/office/powerpoint/2010/main" val="3993976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What is Spring MVC?</a:t>
            </a:r>
          </a:p>
        </p:txBody>
      </p:sp>
      <p:sp>
        <p:nvSpPr>
          <p:cNvPr id="6" name="Content Placeholder 1"/>
          <p:cNvSpPr>
            <a:spLocks noGrp="1"/>
          </p:cNvSpPr>
          <p:nvPr>
            <p:ph idx="1"/>
          </p:nvPr>
        </p:nvSpPr>
        <p:spPr>
          <a:xfrm>
            <a:off x="360363" y="1319215"/>
            <a:ext cx="8329612" cy="32249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Pluggable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Can be integrated with other MVC implementations (e.g. JSF, Struts)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Supports multiple layout engines (e.g. Tiles, SiteMesh)</a:t>
            </a:r>
          </a:p>
          <a:p>
            <a:pPr lvl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Supports multiple templating engines (e.g. </a:t>
            </a:r>
            <a:r>
              <a:rPr lang="en-US" sz="1400" dirty="0" err="1">
                <a:solidFill>
                  <a:srgbClr val="444444"/>
                </a:solidFill>
              </a:rPr>
              <a:t>Thymeleaf</a:t>
            </a:r>
            <a:r>
              <a:rPr lang="en-US" sz="1400" dirty="0">
                <a:solidFill>
                  <a:srgbClr val="444444"/>
                </a:solidFill>
              </a:rPr>
              <a:t>, </a:t>
            </a:r>
            <a:r>
              <a:rPr lang="en-US" sz="1400" dirty="0" err="1">
                <a:solidFill>
                  <a:srgbClr val="444444"/>
                </a:solidFill>
              </a:rPr>
              <a:t>Freemaker</a:t>
            </a:r>
            <a:r>
              <a:rPr lang="en-US" sz="1400" dirty="0">
                <a:solidFill>
                  <a:srgbClr val="444444"/>
                </a:solidFill>
              </a:rPr>
              <a:t>, Velocity)</a:t>
            </a:r>
          </a:p>
          <a:p>
            <a:pPr>
              <a:lnSpc>
                <a:spcPct val="130000"/>
              </a:lnSpc>
              <a:spcAft>
                <a:spcPts val="6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Designed around the Java Servlet technology</a:t>
            </a:r>
            <a:endParaRPr lang="hu-HU" sz="1800" dirty="0">
              <a:solidFill>
                <a:srgbClr val="444444"/>
              </a:solidFill>
            </a:endParaRPr>
          </a:p>
          <a:p>
            <a:pPr lvl="1">
              <a:lnSpc>
                <a:spcPct val="130000"/>
              </a:lnSpc>
              <a:spcAft>
                <a:spcPts val="600"/>
              </a:spcAft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Implements the FrontController pattern using the DispatcherServlet.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2809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hu-HU" dirty="0">
                <a:latin typeface="+mn-lt"/>
              </a:rPr>
              <a:t>Spring MVC – </a:t>
            </a:r>
            <a:r>
              <a:rPr lang="hu-HU" dirty="0" err="1">
                <a:latin typeface="+mn-lt"/>
              </a:rPr>
              <a:t>Request</a:t>
            </a:r>
            <a:r>
              <a:rPr lang="hu-HU" dirty="0">
                <a:latin typeface="+mn-lt"/>
              </a:rPr>
              <a:t> </a:t>
            </a:r>
            <a:r>
              <a:rPr lang="hu-HU" dirty="0" err="1">
                <a:latin typeface="+mn-lt"/>
              </a:rPr>
              <a:t>handling</a:t>
            </a:r>
            <a:r>
              <a:rPr lang="hu-HU" dirty="0">
                <a:latin typeface="+mn-lt"/>
              </a:rPr>
              <a:t> Flow</a:t>
            </a:r>
            <a:endParaRPr lang="en-US" dirty="0">
              <a:latin typeface="+mn-lt"/>
            </a:endParaRPr>
          </a:p>
        </p:txBody>
      </p:sp>
      <p:pic>
        <p:nvPicPr>
          <p:cNvPr id="7" name="Picture 2" descr="http://docs.spring.io/spring-framework/docs/2.0.x/reference/images/mvc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430" y="1100569"/>
            <a:ext cx="5182433" cy="3323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303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What does a controller do?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360363" y="1319215"/>
            <a:ext cx="8329612" cy="263918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It will accept incoming web requests, so it gives an entry point to the application. 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Interprets user input.</a:t>
            </a:r>
          </a:p>
          <a:p>
            <a:pPr>
              <a:lnSpc>
                <a:spcPct val="130000"/>
              </a:lnSpc>
              <a:spcAft>
                <a:spcPts val="1000"/>
              </a:spcAft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Based on the input, returns data for the view. 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18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61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How to implement a controller?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407194" y="1308941"/>
            <a:ext cx="8329612" cy="17794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Mark a class with the </a:t>
            </a:r>
            <a:r>
              <a:rPr lang="hu-HU" sz="1800" dirty="0">
                <a:solidFill>
                  <a:srgbClr val="0070C0"/>
                </a:solidFill>
                <a:latin typeface="Consolas" panose="020B0609020204030204" pitchFamily="49" charset="0"/>
              </a:rPr>
              <a:t>@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Controller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>
                <a:solidFill>
                  <a:srgbClr val="444444"/>
                </a:solidFill>
              </a:rPr>
              <a:t>annotation.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Implement handler methods in the controller. 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2000" dirty="0">
              <a:solidFill>
                <a:srgbClr val="444444"/>
              </a:solidFill>
            </a:endParaRP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303737" y="2531445"/>
            <a:ext cx="6692858" cy="19697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@Controller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OwnerController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"/owners/new"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method = RequestMethod.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initCreationForm(Map&lt;String, Object&gt; model)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Owner owner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Owner();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model.put(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"owner"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owner);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en-US" sz="1200" b="1" noProof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hu-HU" altLang="en-US" sz="1200" b="1" noProof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ownerView</a:t>
            </a:r>
            <a:r>
              <a:rPr lang="en-US" altLang="en-US" sz="1200" b="1" noProof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endParaRPr kumimoji="0" lang="hu-HU" altLang="en-US" sz="1200" b="0" i="0" u="none" strike="noStrike" cap="none" normalizeH="0" baseline="0" noProof="1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u-HU" altLang="en-US" sz="1200" noProof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4871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Defining handler methods</a:t>
            </a:r>
          </a:p>
        </p:txBody>
      </p:sp>
      <p:sp>
        <p:nvSpPr>
          <p:cNvPr id="8" name="Content Placeholder 1"/>
          <p:cNvSpPr>
            <a:spLocks noGrp="1"/>
          </p:cNvSpPr>
          <p:nvPr>
            <p:ph idx="1"/>
          </p:nvPr>
        </p:nvSpPr>
        <p:spPr>
          <a:xfrm>
            <a:off x="407194" y="1308941"/>
            <a:ext cx="8329612" cy="242271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Mark a method in the Controller with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@RequestMapping</a:t>
            </a:r>
            <a:r>
              <a:rPr lang="en-US" sz="1800" dirty="0">
                <a:solidFill>
                  <a:srgbClr val="0070C0"/>
                </a:solidFill>
              </a:rPr>
              <a:t> </a:t>
            </a:r>
            <a:r>
              <a:rPr lang="en-US" sz="1800" dirty="0">
                <a:solidFill>
                  <a:srgbClr val="444444"/>
                </a:solidFill>
              </a:rPr>
              <a:t>annotation.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The return value specifies the view to be rendered and can contain data for the view as well.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Data can be added to the view in multiple ways: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You can use the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ModelAndView</a:t>
            </a:r>
            <a:r>
              <a:rPr lang="hu-HU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</a:rPr>
              <a:t>object</a:t>
            </a:r>
            <a:r>
              <a:rPr lang="hu-HU" sz="1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sz="1400" dirty="0">
                <a:solidFill>
                  <a:srgbClr val="444444"/>
                </a:solidFill>
              </a:rPr>
              <a:t>or the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@ModelAttribute</a:t>
            </a:r>
            <a:r>
              <a:rPr lang="en-US" sz="1400" dirty="0">
                <a:solidFill>
                  <a:srgbClr val="444444"/>
                </a:solidFill>
              </a:rPr>
              <a:t> annotation.</a:t>
            </a:r>
          </a:p>
          <a:p>
            <a:pPr marL="0" indent="0">
              <a:lnSpc>
                <a:spcPts val="2200"/>
              </a:lnSpc>
              <a:spcAft>
                <a:spcPts val="1000"/>
              </a:spcAft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626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Usually, request mappings need to be narrowed down, otherwise they would be too generic. 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Too generic mappings might match multiple requests that need to be handled differently.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Spring provides several criteria that can be used for narrowing.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 Narrowing request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8148" y="987552"/>
            <a:ext cx="2103781" cy="264688"/>
          </a:xfrm>
        </p:spPr>
        <p:txBody>
          <a:bodyPr/>
          <a:lstStyle/>
          <a:p>
            <a:r>
              <a:rPr lang="en-US" dirty="0"/>
              <a:t>Why do we need narrowing?</a:t>
            </a:r>
          </a:p>
        </p:txBody>
      </p:sp>
    </p:spTree>
    <p:extLst>
      <p:ext uri="{BB962C8B-B14F-4D97-AF65-F5344CB8AC3E}">
        <p14:creationId xmlns:p14="http://schemas.microsoft.com/office/powerpoint/2010/main" val="349247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Request mapping</a:t>
            </a:r>
            <a:r>
              <a:rPr lang="hu-HU" sz="1800" dirty="0">
                <a:solidFill>
                  <a:srgbClr val="444444"/>
                </a:solidFill>
              </a:rPr>
              <a:t>s</a:t>
            </a:r>
            <a:r>
              <a:rPr lang="en-US" sz="1800" dirty="0">
                <a:solidFill>
                  <a:srgbClr val="444444"/>
                </a:solidFill>
              </a:rPr>
              <a:t> can take consumable media types as parameter. 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Request will be matched if the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 Content-Type </a:t>
            </a:r>
            <a:r>
              <a:rPr lang="en-US" sz="1400" dirty="0">
                <a:solidFill>
                  <a:srgbClr val="444444"/>
                </a:solidFill>
              </a:rPr>
              <a:t>request header matches the specified media type.</a:t>
            </a:r>
            <a:endParaRPr lang="hu-HU" sz="1400" dirty="0">
              <a:solidFill>
                <a:srgbClr val="444444"/>
              </a:solidFill>
            </a:endParaRPr>
          </a:p>
          <a:p>
            <a:pPr marL="0" indent="0">
              <a:lnSpc>
                <a:spcPct val="130000"/>
              </a:lnSpc>
              <a:buClr>
                <a:srgbClr val="2FC2D9"/>
              </a:buClr>
              <a:buNone/>
            </a:pPr>
            <a:endParaRPr lang="hu-HU" sz="18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Request mapping can take producible media types as parameter.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Request will be matched if the </a:t>
            </a:r>
            <a:r>
              <a:rPr lang="en-US" sz="1400" dirty="0">
                <a:solidFill>
                  <a:schemeClr val="tx1">
                    <a:lumMod val="50000"/>
                  </a:schemeClr>
                </a:solidFill>
                <a:latin typeface="+mj-lt"/>
              </a:rPr>
              <a:t>Accept</a:t>
            </a:r>
            <a:r>
              <a:rPr lang="en-US" sz="1400" dirty="0">
                <a:solidFill>
                  <a:srgbClr val="444444"/>
                </a:solidFill>
              </a:rPr>
              <a:t> request header matches the specified media type.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latin typeface="+mn-lt"/>
              </a:rPr>
              <a:t>Spring MVC - Narrowing request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8148" y="987552"/>
            <a:ext cx="2438809" cy="264688"/>
          </a:xfrm>
        </p:spPr>
        <p:txBody>
          <a:bodyPr/>
          <a:lstStyle/>
          <a:p>
            <a:r>
              <a:rPr lang="en-US" dirty="0"/>
              <a:t>Narrowing based on media types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93851" y="2433250"/>
            <a:ext cx="7343677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"/test"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consumes = MediaType.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APPLICATION_JSON_VALUE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93851" y="3738574"/>
            <a:ext cx="752962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"/test"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produces = {MediaType.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APPLICATION_JSON_VALUE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MediaType.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APPLICATION_JSON_UTF8_VALUE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2694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You can match if a request parameter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can be found,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cannot be found,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has a specific value.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Spring MVC - </a:t>
            </a:r>
            <a:r>
              <a:rPr lang="en-US" dirty="0">
                <a:latin typeface="+mn-lt"/>
              </a:rPr>
              <a:t>Narrowing request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8148" y="987552"/>
            <a:ext cx="2966197" cy="264688"/>
          </a:xfrm>
        </p:spPr>
        <p:txBody>
          <a:bodyPr/>
          <a:lstStyle/>
          <a:p>
            <a:r>
              <a:rPr lang="en-US" dirty="0"/>
              <a:t>Narrowing based on request parameters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3705878" y="2628974"/>
            <a:ext cx="4461478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(params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"somename=somevalue"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705878" y="1911393"/>
            <a:ext cx="483337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(params = {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"rows"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"page"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"sort"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705878" y="2268463"/>
            <a:ext cx="4275529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(params = {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"!rows"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"!page"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9185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You can narrow down the list of handled requests by request method.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For example you can create a RequestMapping, that only matches GET requests.</a:t>
            </a:r>
            <a:endParaRPr lang="en-US" sz="1600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Spring MVC - </a:t>
            </a:r>
            <a:r>
              <a:rPr lang="en-US" dirty="0">
                <a:latin typeface="+mn-lt"/>
              </a:rPr>
              <a:t>Narrowing request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8148" y="987552"/>
            <a:ext cx="2687274" cy="264688"/>
          </a:xfrm>
        </p:spPr>
        <p:txBody>
          <a:bodyPr/>
          <a:lstStyle/>
          <a:p>
            <a:r>
              <a:rPr lang="en-US" dirty="0"/>
              <a:t>Narrowing based on request method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418148" y="2905973"/>
            <a:ext cx="641393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"/owners/find"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method = RequestMethod.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7502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Similar to request parameter based narrowing, the only difference</a:t>
            </a:r>
            <a:r>
              <a:rPr lang="hu-HU" sz="1800" dirty="0">
                <a:solidFill>
                  <a:srgbClr val="444444"/>
                </a:solidFill>
              </a:rPr>
              <a:t> is</a:t>
            </a:r>
            <a:r>
              <a:rPr lang="en-US" sz="1800" dirty="0">
                <a:solidFill>
                  <a:srgbClr val="444444"/>
                </a:solidFill>
              </a:rPr>
              <a:t>, that this is for headers.</a:t>
            </a:r>
            <a:endParaRPr lang="en-US" sz="1600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Spring MVC - </a:t>
            </a:r>
            <a:r>
              <a:rPr lang="en-US" dirty="0">
                <a:latin typeface="+mn-lt"/>
              </a:rPr>
              <a:t>Narrowing request mapping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18148" y="987552"/>
            <a:ext cx="2565446" cy="264688"/>
          </a:xfrm>
        </p:spPr>
        <p:txBody>
          <a:bodyPr/>
          <a:lstStyle/>
          <a:p>
            <a:r>
              <a:rPr lang="en-US" dirty="0"/>
              <a:t>Narrowing based on header values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418148" y="2494254"/>
            <a:ext cx="743665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(value=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"/fetch"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headers={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"content-type=text/plain"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"id=100"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32549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Handler methods can have very flexible signature.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Different method arguments are supported.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Method arguments can be used in arbitrary order.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Spring automatically populates supported method parameters.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Spring MVC - Handler method parameters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9226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The Servlet API’s Request / Response / Session objects are automatically populated.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Servlet API Request / Response / Session objects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71329" y="2575237"/>
            <a:ext cx="7064755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"/owners"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method = RequestMethod.</a:t>
            </a:r>
            <a:r>
              <a:rPr lang="hu-HU" altLang="en-US" sz="1200" b="1" i="1" noProof="1">
                <a:solidFill>
                  <a:srgbClr val="660E7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processCreationForm(HttpServletRequest httpServletRequest,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HttpServletResponse httpServletResponse,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HttpSession httpSession) {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89080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Parameters from the request can be populated automatically.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The request parameter’s name is either specified or the method parameter’s name is used.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Parameters can be marked as required.</a:t>
            </a:r>
            <a:endParaRPr lang="hu-HU" sz="18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endParaRPr lang="en-US" sz="1600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Request parameters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621239" y="3470569"/>
            <a:ext cx="7901522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show(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@RequestParam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"filter"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required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String filter,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@RequestParam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"order"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String order,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      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@RequestParam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"maxResults"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maxResults) {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2037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A model object can also be passed in as a method argument.</a:t>
            </a:r>
          </a:p>
          <a:p>
            <a:r>
              <a:rPr lang="en-US" sz="1800" dirty="0"/>
              <a:t>You can use one of the following: 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noProof="1">
                <a:solidFill>
                  <a:srgbClr val="444444"/>
                </a:solidFill>
              </a:rPr>
              <a:t>org.springframework.ui.Model</a:t>
            </a:r>
          </a:p>
          <a:p>
            <a:pPr lvl="1">
              <a:lnSpc>
                <a:spcPct val="130000"/>
              </a:lnSpc>
              <a:spcAft>
                <a:spcPts val="1200"/>
              </a:spcAft>
              <a:buClr>
                <a:srgbClr val="2FC2D9"/>
              </a:buClr>
            </a:pPr>
            <a:r>
              <a:rPr lang="en-US" sz="1400" noProof="1"/>
              <a:t>org.springframework.web.servlet.ModelAndView</a:t>
            </a:r>
            <a:endParaRPr lang="en-US" sz="1800" dirty="0"/>
          </a:p>
          <a:p>
            <a:r>
              <a:rPr lang="en-US" sz="1800" dirty="0"/>
              <a:t>On ModelAndView you can also set view related properties.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hu-HU" dirty="0">
                <a:latin typeface="+mn-lt"/>
              </a:rPr>
              <a:t>Spring MVC - The </a:t>
            </a:r>
            <a:r>
              <a:rPr lang="en-US" dirty="0">
                <a:latin typeface="+mn-lt"/>
              </a:rPr>
              <a:t>Model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531617" y="3717013"/>
            <a:ext cx="5763116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"/show"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method = RequestMethod.GET)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show(ModelAndView modelAndView) {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759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Handler methods can have very flexible signature.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Different return types are supported.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View name can be resolved in various ways based on the return types.</a:t>
            </a:r>
            <a:endParaRPr lang="hu-HU" sz="1800" dirty="0">
              <a:solidFill>
                <a:srgbClr val="444444"/>
              </a:solidFill>
            </a:endParaRPr>
          </a:p>
          <a:p>
            <a:pPr marL="0" indent="0">
              <a:lnSpc>
                <a:spcPct val="130000"/>
              </a:lnSpc>
              <a:buClr>
                <a:srgbClr val="2FC2D9"/>
              </a:buClr>
              <a:buNone/>
            </a:pPr>
            <a:endParaRPr lang="en-US" sz="1800" dirty="0">
              <a:solidFill>
                <a:srgbClr val="444444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444444"/>
                </a:solidFill>
                <a:latin typeface="+mn-lt"/>
              </a:rPr>
              <a:t>Spring MVC - Handler method return types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523375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The string return type is interpreted as the logical view name.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view name resolver can be used to create the actual path to the view.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String return type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900161" y="2725310"/>
            <a:ext cx="7343677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"/owners/new"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method = RequestMethod.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POST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processCreationForm(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@Valid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Owner owner, BindingResult result)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(result.hasErrors())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"owners/createOrUpdateOwnerForm"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clinicService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.saveOwner(owner);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"redirect:/owners/"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owner.getId();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112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Model can contain data for the view.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In case of a Model return type, a view name cannot be specified in the returned object.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hu-HU" sz="1800" dirty="0">
                <a:solidFill>
                  <a:srgbClr val="444444"/>
                </a:solidFill>
              </a:rPr>
              <a:t>A</a:t>
            </a:r>
            <a:r>
              <a:rPr lang="en-US" sz="1800" dirty="0">
                <a:solidFill>
                  <a:srgbClr val="444444"/>
                </a:solidFill>
              </a:rPr>
              <a:t> RequestToViewNameTranslator is used to resolve the view name from the request.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Model</a:t>
            </a:r>
            <a:r>
              <a:rPr lang="hu-HU" dirty="0">
                <a:latin typeface="+mn-lt"/>
              </a:rPr>
              <a:t> </a:t>
            </a:r>
            <a:r>
              <a:rPr lang="en-US" dirty="0">
                <a:latin typeface="+mn-lt"/>
              </a:rPr>
              <a:t>return type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2229493" y="3542755"/>
            <a:ext cx="5019323" cy="10156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(value=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"/customers"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 show(Model model)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model.addAttribute(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"customers"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getCustomers());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03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ModelAndView can contain data for the view and also the name of the view.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view name resolver can be used to create the actual path to the view.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</a:t>
            </a:r>
            <a:r>
              <a:rPr lang="en-US" dirty="0" err="1">
                <a:latin typeface="+mn-lt"/>
              </a:rPr>
              <a:t>ModelAndView</a:t>
            </a:r>
            <a:r>
              <a:rPr lang="hu-HU" dirty="0">
                <a:latin typeface="+mn-lt"/>
              </a:rPr>
              <a:t> </a:t>
            </a:r>
            <a:r>
              <a:rPr lang="en-US" dirty="0">
                <a:latin typeface="+mn-lt"/>
              </a:rPr>
              <a:t>return type</a:t>
            </a:r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829559" y="2833974"/>
            <a:ext cx="5391219" cy="120032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(value=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"/customers"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 show(ModelAndView modelAndView)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modelAndView.setViewName(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"customerList"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modelAndView.addObject(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"customers"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getCustomers());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73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If the redirect prefix is used, the request will be redirected to the given path.</a:t>
            </a: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A RedirectView instance can be used in case of ModelAndView.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The redirect prefix</a:t>
            </a: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876390" y="2679591"/>
            <a:ext cx="5205271" cy="83099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 show(ModelAndView modelAndView)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modelAndView.setViewName(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"redirect:customerList"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876046" y="3958717"/>
            <a:ext cx="529824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modelAndView.setView(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RedirectView(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"customerList"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2381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If the forward prefix is used, the request will be forwarded to the given path.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The forward prefix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1876390" y="2182698"/>
            <a:ext cx="5112297" cy="1446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(value=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"/customers"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 show(ModelAndView modelAndView) {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modelAndView.setViewName(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"forward:customerList"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0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modelAndView;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b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4812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Return any object in combination with the @ResponseBody annotation.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/>
              <a:t>HttpMessageConverters </a:t>
            </a:r>
            <a:r>
              <a:rPr lang="en-US" sz="1600" dirty="0">
                <a:solidFill>
                  <a:srgbClr val="444444"/>
                </a:solidFill>
              </a:rPr>
              <a:t>will convert the returned object (e.g. to JSON).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@ResponseStatus annotation can be used to set the response code.	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endParaRPr lang="en-US" sz="1400" dirty="0">
              <a:solidFill>
                <a:srgbClr val="444444"/>
              </a:solidFill>
            </a:endParaRPr>
          </a:p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Return a ResponseEntity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600" dirty="0">
                <a:solidFill>
                  <a:srgbClr val="444444"/>
                </a:solidFill>
              </a:rPr>
              <a:t>Represents the complete HTTP response, anything can be controlled.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Additional return types	</a:t>
            </a:r>
          </a:p>
        </p:txBody>
      </p:sp>
    </p:spTree>
    <p:extLst>
      <p:ext uri="{BB962C8B-B14F-4D97-AF65-F5344CB8AC3E}">
        <p14:creationId xmlns:p14="http://schemas.microsoft.com/office/powerpoint/2010/main" val="32760036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30000"/>
              </a:lnSpc>
              <a:buClr>
                <a:srgbClr val="2FC2D9"/>
              </a:buClr>
            </a:pPr>
            <a:r>
              <a:rPr lang="en-US" sz="1800" dirty="0">
                <a:solidFill>
                  <a:srgbClr val="444444"/>
                </a:solidFill>
              </a:rPr>
              <a:t>To enable returning JSON from Spring controllers: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Specify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&lt;mvc:annotation-driven</a:t>
            </a:r>
            <a:r>
              <a:rPr lang="en-US" sz="1400" noProof="1">
                <a:solidFill>
                  <a:srgbClr val="0070C0"/>
                </a:solidFill>
                <a:latin typeface="Consolas" panose="020B0609020204030204" pitchFamily="49" charset="0"/>
              </a:rPr>
              <a:t>&gt;</a:t>
            </a:r>
            <a:r>
              <a:rPr lang="en-US" sz="1400" noProof="1">
                <a:solidFill>
                  <a:srgbClr val="0070C0"/>
                </a:solidFill>
                <a:latin typeface="+mj-lt"/>
              </a:rPr>
              <a:t> </a:t>
            </a:r>
            <a:r>
              <a:rPr lang="en-US" sz="1400" noProof="1">
                <a:solidFill>
                  <a:srgbClr val="444444"/>
                </a:solidFill>
              </a:rPr>
              <a:t>(or </a:t>
            </a:r>
            <a:r>
              <a:rPr lang="en-US" sz="1400" noProof="1">
                <a:solidFill>
                  <a:schemeClr val="accent3"/>
                </a:solidFill>
                <a:latin typeface="Consolas" panose="020B0609020204030204" pitchFamily="49" charset="0"/>
              </a:rPr>
              <a:t>@</a:t>
            </a:r>
            <a:r>
              <a:rPr lang="en-US" sz="1400" noProof="1">
                <a:solidFill>
                  <a:srgbClr val="0070C0"/>
                </a:solidFill>
                <a:latin typeface="Consolas" panose="020B0609020204030204" pitchFamily="49" charset="0"/>
              </a:rPr>
              <a:t>EnableWebMVC</a:t>
            </a:r>
            <a:r>
              <a:rPr lang="en-US" sz="1400" noProof="1">
                <a:solidFill>
                  <a:srgbClr val="444444"/>
                </a:solidFill>
              </a:rPr>
              <a:t>) i</a:t>
            </a:r>
            <a:r>
              <a:rPr lang="en-US" sz="1400" dirty="0">
                <a:solidFill>
                  <a:srgbClr val="444444"/>
                </a:solidFill>
              </a:rPr>
              <a:t>n the config.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Add jackson-databind dependency</a:t>
            </a:r>
            <a:r>
              <a:rPr lang="hu-HU" sz="1400" dirty="0">
                <a:solidFill>
                  <a:srgbClr val="444444"/>
                </a:solidFill>
              </a:rPr>
              <a:t>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Add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@</a:t>
            </a:r>
            <a:r>
              <a:rPr lang="en-US" sz="1400">
                <a:solidFill>
                  <a:srgbClr val="0070C0"/>
                </a:solidFill>
                <a:latin typeface="Consolas" panose="020B0609020204030204" pitchFamily="49" charset="0"/>
              </a:rPr>
              <a:t>ResponseBody</a:t>
            </a:r>
            <a:r>
              <a:rPr lang="en-US" sz="1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1400" dirty="0">
                <a:solidFill>
                  <a:srgbClr val="444444"/>
                </a:solidFill>
              </a:rPr>
              <a:t>annotation to the controller method.</a:t>
            </a:r>
          </a:p>
          <a:p>
            <a:pPr lvl="1">
              <a:lnSpc>
                <a:spcPct val="130000"/>
              </a:lnSpc>
              <a:buClr>
                <a:srgbClr val="2FC2D9"/>
              </a:buClr>
            </a:pPr>
            <a:r>
              <a:rPr lang="en-US" sz="1400" dirty="0">
                <a:solidFill>
                  <a:srgbClr val="444444"/>
                </a:solidFill>
              </a:rPr>
              <a:t>Use the .json URL suffix or specify in </a:t>
            </a: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</a:rPr>
              <a:t>@RequestMapping</a:t>
            </a:r>
            <a:r>
              <a:rPr lang="en-US" sz="1400" dirty="0">
                <a:solidFill>
                  <a:srgbClr val="444444"/>
                </a:solidFill>
              </a:rPr>
              <a:t> that the method should produce JSON.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+mn-lt"/>
              </a:rPr>
              <a:t>Spring MVC - More on returning JSON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78874" y="3983643"/>
            <a:ext cx="791110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"/vets.jso"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produces = MediaType.</a:t>
            </a:r>
            <a:r>
              <a:rPr kumimoji="0" lang="en-US" altLang="en-US" sz="1200" b="1" i="1" u="none" strike="noStrike" cap="none" normalizeH="0" baseline="0" noProof="1">
                <a:ln>
                  <a:noFill/>
                </a:ln>
                <a:solidFill>
                  <a:srgbClr val="660E7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APPLICATION_JSON_VALUE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78874" y="3706644"/>
            <a:ext cx="606371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8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@RequestMapping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(value = </a:t>
            </a:r>
            <a:r>
              <a:rPr kumimoji="0" lang="en-US" altLang="en-US" sz="1200" b="1" i="0" u="none" strike="noStrike" cap="none" normalizeH="0" baseline="0" noProof="1">
                <a:ln>
                  <a:noFill/>
                </a:ln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"/vets.json"</a:t>
            </a:r>
            <a:r>
              <a:rPr kumimoji="0" lang="en-US" altLang="en-US" sz="1200" b="0" i="0" u="none" strike="noStrike" cap="none" normalizeH="0" baseline="0" noProof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kumimoji="0" lang="en-US" altLang="en-US" sz="2800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133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demo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2203D6-46B2-544A-AEDD-86624A2E7DA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70813" y="4826000"/>
            <a:ext cx="1373187" cy="317500"/>
          </a:xfrm>
          <a:prstGeom prst="rect">
            <a:avLst/>
          </a:prstGeom>
        </p:spPr>
        <p:txBody>
          <a:bodyPr/>
          <a:lstStyle/>
          <a:p>
            <a:fld id="{3A707DD9-E92B-45E8-BE0A-E6B2EDF345EB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091565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">
  <a:themeElements>
    <a:clrScheme name="Custom 6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464547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740A320D-646C-4C12-89B1-0B127236B0F7}"/>
    </a:ext>
  </a:extLst>
</a:theme>
</file>

<file path=ppt/theme/theme2.xml><?xml version="1.0" encoding="utf-8"?>
<a:theme xmlns:a="http://schemas.openxmlformats.org/drawingml/2006/main" name="General">
  <a:themeElements>
    <a:clrScheme name="Custom 7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5C4EAAF8-284D-4A65-B20F-C47DE8AC2658}"/>
    </a:ext>
  </a:extLst>
</a:theme>
</file>

<file path=ppt/theme/theme3.xml><?xml version="1.0" encoding="utf-8"?>
<a:theme xmlns:a="http://schemas.openxmlformats.org/drawingml/2006/main" name="Breakers">
  <a:themeElements>
    <a:clrScheme name="Custom 8">
      <a:dk1>
        <a:srgbClr val="222222"/>
      </a:dk1>
      <a:lt1>
        <a:srgbClr val="FFFFFF"/>
      </a:lt1>
      <a:dk2>
        <a:srgbClr val="464547"/>
      </a:dk2>
      <a:lt2>
        <a:srgbClr val="CCCCCC"/>
      </a:lt2>
      <a:accent1>
        <a:srgbClr val="222222"/>
      </a:accent1>
      <a:accent2>
        <a:srgbClr val="76CDD8"/>
      </a:accent2>
      <a:accent3>
        <a:srgbClr val="008ACF"/>
      </a:accent3>
      <a:accent4>
        <a:srgbClr val="CEDB56"/>
      </a:accent4>
      <a:accent5>
        <a:srgbClr val="39C2D7"/>
      </a:accent5>
      <a:accent6>
        <a:srgbClr val="D35D47"/>
      </a:accent6>
      <a:hlink>
        <a:srgbClr val="76CDD8"/>
      </a:hlink>
      <a:folHlink>
        <a:srgbClr val="76CDD8"/>
      </a:folHlink>
    </a:clrScheme>
    <a:fontScheme name="EPAM September 2017 - PP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PAM PPTX Template" id="{07F0FB55-CFFA-47CA-99A0-A77E3213ACA6}" vid="{67367244-F583-44E6-8F01-4BEACD68663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Covers</Template>
  <TotalTime>3667</TotalTime>
  <Words>1612</Words>
  <Application>Microsoft Macintosh PowerPoint</Application>
  <PresentationFormat>On-screen Show (16:9)</PresentationFormat>
  <Paragraphs>164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Arial</vt:lpstr>
      <vt:lpstr>Arial Black</vt:lpstr>
      <vt:lpstr>Calibri</vt:lpstr>
      <vt:lpstr>Calibri Light</vt:lpstr>
      <vt:lpstr>Consolas</vt:lpstr>
      <vt:lpstr>Courier New</vt:lpstr>
      <vt:lpstr>Covers</vt:lpstr>
      <vt:lpstr>General</vt:lpstr>
      <vt:lpstr>Breakers</vt:lpstr>
      <vt:lpstr>Spring MVC</vt:lpstr>
      <vt:lpstr>PowerPoint Presentation</vt:lpstr>
      <vt:lpstr>Agenda</vt:lpstr>
      <vt:lpstr>Standalone Server vs. embedded servlets</vt:lpstr>
      <vt:lpstr>Standalone Server vs. Embedded Servlets - Client-Server Architecture</vt:lpstr>
      <vt:lpstr>Standalone Server vs. Embedded Servlets</vt:lpstr>
      <vt:lpstr>MVC Architectural Pattern</vt:lpstr>
      <vt:lpstr>MVC Architectural Pattern</vt:lpstr>
      <vt:lpstr>Spring MVC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Jennifer Markowitz</dc:creator>
  <cp:lastModifiedBy>Norbert Guta</cp:lastModifiedBy>
  <cp:revision>25</cp:revision>
  <dcterms:created xsi:type="dcterms:W3CDTF">2018-01-26T19:23:30Z</dcterms:created>
  <dcterms:modified xsi:type="dcterms:W3CDTF">2022-02-23T15:28:43Z</dcterms:modified>
</cp:coreProperties>
</file>